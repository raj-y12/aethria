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e759e502194474" /><Relationship Type="http://schemas.openxmlformats.org/officeDocument/2006/relationships/extended-properties" Target="/docProps/app.xml" Id="Rd83690c8547f472e" /><Relationship Type="http://schemas.openxmlformats.org/officeDocument/2006/relationships/officeDocument" Target="/ppt/presentation.xml" Id="R878a94a53fd741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eead980134581"/>
  </p:sldMasterIdLst>
  <p:notesMasterIdLst>
    <p:notesMasterId xmlns:r="http://schemas.openxmlformats.org/officeDocument/2006/relationships" r:id="R6d00c37bf75940cc"/>
  </p:notesMasterIdLst>
  <p:sldIdLst>
    <p:sldId xmlns:r="http://schemas.openxmlformats.org/officeDocument/2006/relationships" id="256" r:id="R10082ca192b3443a"/>
    <p:sldId xmlns:r="http://schemas.openxmlformats.org/officeDocument/2006/relationships" id="257" r:id="R38981ded4ef8475d"/>
    <p:sldId xmlns:r="http://schemas.openxmlformats.org/officeDocument/2006/relationships" id="258" r:id="Ra23de9dbc94c4d5f"/>
    <p:sldId xmlns:r="http://schemas.openxmlformats.org/officeDocument/2006/relationships" id="259" r:id="R6df24e81a54a4553"/>
    <p:sldId xmlns:r="http://schemas.openxmlformats.org/officeDocument/2006/relationships" id="260" r:id="Rdf917c468ae34654"/>
    <p:sldId xmlns:r="http://schemas.openxmlformats.org/officeDocument/2006/relationships" id="261" r:id="R2aecb785760f4ed5"/>
    <p:sldId xmlns:r="http://schemas.openxmlformats.org/officeDocument/2006/relationships" id="262" r:id="Re1afa28cb26c4c3c"/>
    <p:sldId xmlns:r="http://schemas.openxmlformats.org/officeDocument/2006/relationships" id="263" r:id="R2d3c296e427c4290"/>
    <p:sldId xmlns:r="http://schemas.openxmlformats.org/officeDocument/2006/relationships" id="264" r:id="R489f6039b3334236"/>
    <p:sldId xmlns:r="http://schemas.openxmlformats.org/officeDocument/2006/relationships" id="265" r:id="R6edc4e1b9d5747e7"/>
    <p:sldId xmlns:r="http://schemas.openxmlformats.org/officeDocument/2006/relationships" id="266" r:id="R28e8d3472dbc4e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eead980134581" /><Relationship Type="http://schemas.openxmlformats.org/officeDocument/2006/relationships/theme" Target="/ppt/theme/theme1.xml" Id="R7efd62a0beb54dd9" /><Relationship Type="http://schemas.openxmlformats.org/officeDocument/2006/relationships/notesMaster" Target="/ppt/notesMasters/notesMaster1.xml" Id="R6d00c37bf75940cc" /><Relationship Type="http://schemas.openxmlformats.org/officeDocument/2006/relationships/presProps" Target="/ppt/presProps.xml" Id="Rbb9565e17ba64455" /><Relationship Type="http://schemas.openxmlformats.org/officeDocument/2006/relationships/viewProps" Target="/ppt/viewProps.xml" Id="R650e1fdbafc84366" /><Relationship Type="http://schemas.openxmlformats.org/officeDocument/2006/relationships/tableStyles" Target="/ppt/tableStyles.xml" Id="R3e75ac337523446c" /><Relationship Type="http://schemas.openxmlformats.org/officeDocument/2006/relationships/slide" Target="/ppt/slides/slide1.xml" Id="R10082ca192b3443a" /><Relationship Type="http://schemas.openxmlformats.org/officeDocument/2006/relationships/slide" Target="/ppt/slides/slide2.xml" Id="R38981ded4ef8475d" /><Relationship Type="http://schemas.openxmlformats.org/officeDocument/2006/relationships/slide" Target="/ppt/slides/slide3.xml" Id="Ra23de9dbc94c4d5f" /><Relationship Type="http://schemas.openxmlformats.org/officeDocument/2006/relationships/slide" Target="/ppt/slides/slide4.xml" Id="R6df24e81a54a4553" /><Relationship Type="http://schemas.openxmlformats.org/officeDocument/2006/relationships/slide" Target="/ppt/slides/slide5.xml" Id="Rdf917c468ae34654" /><Relationship Type="http://schemas.openxmlformats.org/officeDocument/2006/relationships/slide" Target="/ppt/slides/slide6.xml" Id="R2aecb785760f4ed5" /><Relationship Type="http://schemas.openxmlformats.org/officeDocument/2006/relationships/slide" Target="/ppt/slides/slide7.xml" Id="Re1afa28cb26c4c3c" /><Relationship Type="http://schemas.openxmlformats.org/officeDocument/2006/relationships/slide" Target="/ppt/slides/slide8.xml" Id="R2d3c296e427c4290" /><Relationship Type="http://schemas.openxmlformats.org/officeDocument/2006/relationships/slide" Target="/ppt/slides/slide9.xml" Id="R489f6039b3334236" /><Relationship Type="http://schemas.openxmlformats.org/officeDocument/2006/relationships/slide" Target="/ppt/slides/slide10.xml" Id="R6edc4e1b9d5747e7" /><Relationship Type="http://schemas.openxmlformats.org/officeDocument/2006/relationships/slide" Target="/ppt/slides/slide11.xml" Id="R28e8d3472dbc4e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444b750a78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f6738b93534513" /><Relationship Type="http://schemas.openxmlformats.org/officeDocument/2006/relationships/notesMaster" Target="/ppt/notesMasters/notesMaster1.xml" Id="Rd7b54ae8ea5c49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e3845709124012" /><Relationship Type="http://schemas.openxmlformats.org/officeDocument/2006/relationships/notesMaster" Target="/ppt/notesMasters/notesMaster1.xml" Id="R24eda83e45bf42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ce951f7d364f4c" /><Relationship Type="http://schemas.openxmlformats.org/officeDocument/2006/relationships/notesMaster" Target="/ppt/notesMasters/notesMaster1.xml" Id="Re22ac01b0d75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95ab266294519" /><Relationship Type="http://schemas.openxmlformats.org/officeDocument/2006/relationships/notesMaster" Target="/ppt/notesMasters/notesMaster1.xml" Id="R3025d06ada2143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d4098906c4f05" /><Relationship Type="http://schemas.openxmlformats.org/officeDocument/2006/relationships/notesMaster" Target="/ppt/notesMasters/notesMaster1.xml" Id="R8c8ba8a2415a4e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3fda2e4d2b420c" /><Relationship Type="http://schemas.openxmlformats.org/officeDocument/2006/relationships/notesMaster" Target="/ppt/notesMasters/notesMaster1.xml" Id="R4da34cc9684940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ad42f2f364461" /><Relationship Type="http://schemas.openxmlformats.org/officeDocument/2006/relationships/notesMaster" Target="/ppt/notesMasters/notesMaster1.xml" Id="Rd238ff8a18494e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1eb549ced43ca" /><Relationship Type="http://schemas.openxmlformats.org/officeDocument/2006/relationships/notesMaster" Target="/ppt/notesMasters/notesMaster1.xml" Id="R3d3f8ec5766044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11f43b84b8410d" /><Relationship Type="http://schemas.openxmlformats.org/officeDocument/2006/relationships/notesMaster" Target="/ppt/notesMasters/notesMaster1.xml" Id="R19cb09ba2f8646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1db06e8b974c3e" /><Relationship Type="http://schemas.openxmlformats.org/officeDocument/2006/relationships/notesMaster" Target="/ppt/notesMasters/notesMaster1.xml" Id="R3de61ce2fb2741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0f3877a0124d9b" /><Relationship Type="http://schemas.openxmlformats.org/officeDocument/2006/relationships/notesMaster" Target="/ppt/notesMasters/notesMaster1.xml" Id="R7bfe63ae4f0d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e903da91147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cb57b4aac81458e" /><Relationship Type="http://schemas.openxmlformats.org/officeDocument/2006/relationships/slideLayout" Target="/ppt/slideLayouts/slideLayout2.xml" Id="R614b218a1a414e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4b218a1a414e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1cb36dae924a81" /><Relationship Type="http://schemas.openxmlformats.org/officeDocument/2006/relationships/notesSlide" Target="/ppt/notesSlides/notesSlide1.xml" Id="R84e16a129784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c2c2c1d7e4ede" /><Relationship Type="http://schemas.openxmlformats.org/officeDocument/2006/relationships/notesSlide" Target="/ppt/notesSlides/notesSlide2.xml" Id="R22e83eca38dc4c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1a5562dac4775" /><Relationship Type="http://schemas.openxmlformats.org/officeDocument/2006/relationships/notesSlide" Target="/ppt/notesSlides/notesSlide3.xml" Id="R6e0c33c39c0845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7b8c2bfed427a" /><Relationship Type="http://schemas.openxmlformats.org/officeDocument/2006/relationships/notesSlide" Target="/ppt/notesSlides/notesSlide4.xml" Id="R264b7f79f08b41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c701beb60443f" /><Relationship Type="http://schemas.openxmlformats.org/officeDocument/2006/relationships/notesSlide" Target="/ppt/notesSlides/notesSlide5.xml" Id="R809f6551e763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d5dcfeb9246e3" /><Relationship Type="http://schemas.openxmlformats.org/officeDocument/2006/relationships/notesSlide" Target="/ppt/notesSlides/notesSlide6.xml" Id="R914101a42bda41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20c4378c94dd8" /><Relationship Type="http://schemas.openxmlformats.org/officeDocument/2006/relationships/notesSlide" Target="/ppt/notesSlides/notesSlide7.xml" Id="R49da65fd9722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1066afe2c4cac" /><Relationship Type="http://schemas.openxmlformats.org/officeDocument/2006/relationships/notesSlide" Target="/ppt/notesSlides/notesSlide8.xml" Id="R9cfb10d083a84f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4f2f635df4155" /><Relationship Type="http://schemas.openxmlformats.org/officeDocument/2006/relationships/notesSlide" Target="/ppt/notesSlides/notesSlide9.xml" Id="Rc8f2faa0d6d544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32692f66854afd" /><Relationship Type="http://schemas.openxmlformats.org/officeDocument/2006/relationships/notesSlide" Target="/ppt/notesSlides/notesSlide10.xml" Id="Rc434b0c917d84a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2d475ad6d48bc" /><Relationship Type="http://schemas.openxmlformats.org/officeDocument/2006/relationships/notesSlide" Target="/ppt/notesSlides/notesSlide11.xml" Id="Re3a1d4daa25f4b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7424B-E392-437E-92C5-4454D80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E101-DA8E-4EED-AE5D-3671A31F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CF343-039D-4919-BCED-A08D867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B77DD-4057-45BB-9BB5-0AD75BCF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41B35-9568-4A57-98D4-5891685B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6DBA-A58C-4E7F-BC2A-0C5D50E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73BA6-FC31-49EF-AD16-DB4A32F9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C420E-E7A8-4C72-A9B5-181D6DE0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F5FBB-E849-4D40-B9C4-9185B99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903BF-4A2E-4335-8C86-B7A06AF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577D1-B593-418D-8A0D-EF5534FA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2DF29-D4C9-4BC1-B6D0-05CA8B6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E0BBF-C96E-49BD-9B7D-BA3D7F39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CE0D1-6CEC-47A0-9907-2572472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FCDA6-7B7F-4979-8B7A-DFA8165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13370-DC00-44ED-A016-743DE4ED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002D-9797-4F10-B3D7-26337D1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162E5-F5A2-4F42-8F3C-539B0F71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05A06-B754-4EEF-8539-76641F6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E419E-0FB7-4122-89EB-3428407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D94CF-0714-40B4-994A-4F896902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3995E-CD41-44C2-9D06-9151597E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E67A3-BA91-47C9-93EC-FB546FAB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68D36-EFD9-4E7B-BDF8-8C023FB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7C491-E709-474A-BC95-DAAD6AD4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A11DDB-F063-475E-905D-1E3FB11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1016A-30F9-4E66-AFF0-34FBEB40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9BCE8-00E5-4547-9833-3ABC09F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F4C6A-2FE8-4895-96F9-511A6354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34869D-2DD0-42BB-928B-75CEC9C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A3E02-57D0-43F9-80A0-C377769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0D3DFD-4B01-4D9B-B441-1E9C0440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964859-D34F-4160-8333-C5E0D5E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C2601-E5DA-4123-966A-956243C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E4FDBA-E5E0-4C99-ADD9-D1CA7EB1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72C5EA-8437-48B8-A061-BE306DB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3C8A7B-07A5-4AFA-ACD3-CE2CEB9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212CFB-55C9-4AA6-8914-E189812A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774F2E-7F45-4786-95FC-B298C8FA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AEF418-F18B-4B58-BA17-23A5943A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658CA5-7599-4DEE-ABF2-127243F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5E0DB7-7213-42F0-B710-98D5BA73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16AD4A-5055-43F8-88EA-9F96049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689B9F-705A-4611-8B01-72B4D1F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160F0-A3B2-44AB-936F-2DA9DC22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61A84A-C55D-4541-AD01-68C426B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8F435A-2D13-46ED-A6ED-8A4FC450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C0B350-D063-4BA0-8F71-52616EF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B8042E-2384-4C65-AED2-CFDC8F3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A42873-485D-499A-BBD7-69C3DFD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E7E7EE-75DD-4BCD-AEF4-A2CD4CF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1F321C-12B8-462F-B00A-3FDE2FD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20045C-026D-4486-B56A-E59B7C6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CB2BA7-AAB7-4308-A63A-446F933D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26E319-6D14-499C-9AA5-52E4CF1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AA2E06-B129-4611-9896-CF1A4D88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E91954-D982-4D43-94DA-1B84795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A0EFBF-CF69-4ACA-93A4-EBE7615B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30EFC7-EA6E-4619-BD2E-4E0ABF1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1E05C7-9D44-4611-9191-9D1A6D2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8F76B9-6E11-4FE4-9F68-6D63A2BB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9B88B2-9320-4AD2-AB0B-6BD81190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5C81E5-3E0D-435B-BE35-17091D94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1633F2-B72D-467D-A8E8-EA949347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ED848F-A57D-47CF-8D83-0EA91CF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0C4BA8-C68A-4148-BD0C-C10D084B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D21693-293E-4F4B-BC6C-8B529FC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DECB48-A85C-46A3-A89E-A961A3E0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5815F0-2046-4DBC-B4C9-2BA66E2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34001E-F4AD-4501-B6A3-DA0A1C74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2EDD7A1-8B95-4F80-98A4-A8C55D3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47E417-4DE0-4255-9943-C3BF7F2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F305BA-EA54-4443-84EF-6C68A9A1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2408C2-451E-417C-AD42-F168946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225D99-A2A6-4DBB-8EB2-A1720DF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F713A5-6546-4CE3-B88D-8505150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068EBD-1968-4C6A-BAC2-5529DB33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4B97B4-828E-48FA-B214-463A770B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C62596-F6FE-4D21-BB60-F7D41CFF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40166F2-5237-4F64-8761-2C8A6A54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93088A-CF1B-4DE7-A714-220FB11D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E5E3A9-B798-4DEC-A28F-2D0FF68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345E87-916C-4F8A-9986-0F5155B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269BC86-79C9-4A41-A1FB-3396EC5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E8F41F-1509-4FD3-A5BC-AAE6350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86F1CE-0A7E-441A-96B2-B139963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E83811-1D59-44F8-934E-5611FBC9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CCE0DD-5D68-4BB1-B5CE-82161CF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A8ACAD-2BEC-48A0-90DC-B69137D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09035FB-2260-43F3-94A3-73AE9C1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521ECD-1E97-4A18-8A9A-87D4C99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F06EF1-D5FB-4903-BE5C-DEDD3F4D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D3B9C7-2E49-4617-BA9A-44D1F92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F9EAD01-31C7-4E52-8E52-2885C65A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BEFF51E-D52C-4BD5-A7C0-8AF0034E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BB5BE75-36BD-453D-A81B-89271B6F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25AEEE7-0D7C-4A75-AAB1-C5483B47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8AD994-6CAE-4972-9730-6CC69ED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3EC072-65B2-4037-BDC4-978FA348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90B97C-D494-4DBD-979F-A09AED44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97A135-1850-4EAF-B9D4-DFAF7A0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2C607D5-A896-4082-872E-80A7C2C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8EEF7F-F162-4EF2-93F7-F8F949D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F35FB3C-7CBE-4D66-8DFD-8F63A33E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AC8F7D-FBF2-4051-9BEF-279BA71A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75BCE6-A8A0-4252-87E5-D2029588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E65A7F-3AD5-4A92-8B7D-F8464ED8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7AA0D23-F2BA-4F26-A9C9-BBF0FFCD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01 / PRODUCT TRUTH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BCF41A-2E66-4418-AEFE-6700763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84D574B-24E1-46F9-BCB9-3573491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3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Venture software remembers companies.</a:t>
            </a:r>
          </a:p>
          <a:p xmlns:a="http://schemas.openxmlformats.org/drawingml/2006/main">
            <a:pPr algn="l">
              <a:defRPr sz="33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3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Aethria remembers decisions.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956C1F-BE19-4A2D-9676-58F6E497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Solo GPs do not need another place to store deals. They need a system that forces decisions.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870B5DF-2341-44AA-B5BE-4EBCCDB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BEFORE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8F77C5-FC42-4859-B33A-EB580C26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2549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EA60486-AA78-4EB3-810B-1486BE99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81475"/>
            <a:ext cx="1000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SPREADSHEET ROWS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F88F2C5-4634-4626-B8FA-574BBAB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576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2549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7D766E5-FB0C-44BE-99EC-FDBE1EF0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181475"/>
            <a:ext cx="1000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NOTION NOTES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FD0DB23-EE51-4C27-8B7A-9FA4CCC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2549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B51288-5684-49F4-AD89-3A295297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000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EMAIL THREADS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0957D1-7A3E-442D-AB37-CEBDD9C2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2549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8FC975-4552-433C-972C-AACF6C6A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14875"/>
            <a:ext cx="1000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WHATSAPP CONTEXT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E830897-370F-418E-BE7D-FD9542AE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2549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7D4256E-7BD5-4C55-A436-E420BDD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48275"/>
            <a:ext cx="1000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7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MEMORY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70192A-E475-486B-98FF-A9FE939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4337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Interesting companies remain unresolved.</a:t>
            </a:r>
          </a:p>
          <a:p xmlns:a="http://schemas.openxmlformats.org/drawingml/2006/main">
            <a:pPr algn="l">
              <a:defRPr sz="1200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Pass decisions disappear.</a:t>
            </a:r>
          </a:p>
          <a:p xmlns:a="http://schemas.openxmlformats.org/drawingml/2006/main">
            <a:pPr algn="l">
              <a:defRPr sz="1200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Risks stay informal.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CD552AC-2078-4F4A-A4F8-9D2BBAEC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DF0F4CD-C2E9-49E4-98EC-13A6BF61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AFTER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2E94690-A18F-4C5F-A49A-18C161EB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3860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D2885F-81CE-4FC0-925F-AE151B1A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NEEDS RULING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DFC2A6F-1167-4C94-BC6C-64574186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148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Northstar Bio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9BF257C-CA0F-413F-974B-22281B07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8.1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1EDB58C-C2D8-4A66-99CE-AE4436E3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719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MED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6926D14-611C-4E5C-8792-27E9485B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ADVANCE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4CE0F80-84FE-4515-A1B9-16601CD5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F2E3D4B-1ED0-4A52-8FDE-20B82C7A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STALE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1E05905-E0FE-4031-83C5-2929FAA0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244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Kiteframe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8C88B7-4D4E-41C4-B660-BF4557A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6.4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EC7DC03-B643-4A5C-8657-07D940F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815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HIGH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3C0D5B8-285B-4A4A-9CB5-319B3D3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815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DECIDE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6D4D605-DD31-4DD6-86DE-29AD4FD9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4440FC2-8A4A-40A2-8A81-074C322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rPr>
              <a:t>MONITOR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61287F2-E13B-4D12-8DBB-46006BB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Signal Forge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1C9A0FC-BB6D-4059-B4A4-8D83D698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911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7.0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71C7B19-7E0C-4866-A117-E05A9536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911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LOW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32FEDA4-8C85-4F39-801C-250A8C75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911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REVIEW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B6405CE-C94C-4E78-9C51-54F571E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905500"/>
            <a:ext cx="390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STATE / RISK / NEXT ACTION / RULING / PRECEDENT</a:t>
            </a:r>
          </a:p>
        </p:txBody>
      </p:sp>
    </p:spTree>
    <p:extLst>
      <p:ext uri="{BB962C8B-B14F-4D97-AF65-F5344CB8AC3E}">
        <p14:creationId xmlns:p14="http://schemas.microsoft.com/office/powerpoint/2010/main" val="15757952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30D4B-D1AA-4FFA-980F-2BEBC780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CDE13-8D22-46C2-B85E-83162BC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86A52-C43D-4C9A-A368-3E2E54EC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4E80C-438B-4CA1-949A-29CA434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03D45-DE5D-498C-A1D8-7F45F2A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4558E-09CF-4DDB-B2B9-AB62735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350D1-2843-4209-8053-AF2A8B8C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79F0C-7050-4416-A9A8-3BAC9DFC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A4340-6C6C-4FF7-BDAD-D2D52513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841DE-E53F-42C5-8F11-B5C34B07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C66FA-E122-4CD2-B556-740CC3DA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E44EE-4551-45C4-8538-34575C27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09BBB-E291-47E1-9A39-FB92153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63622-2897-4634-BE71-CC8E4D4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41FE3-EE5D-4483-BBE1-8FED97A3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34F46-C6FF-48F9-9E34-7DD30B7E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854BF-3E44-4C07-A2ED-F85AA61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EF830-740B-4ECF-8765-26397898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21895-47E2-413D-A8D3-DBE8B8D7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C5B3D-8DCA-4743-8687-E5BF3C9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6D937-71B7-4C02-893A-AC70694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78B45-2B1F-413A-9C7D-86B1E9E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4E951-0117-4A17-9477-7806462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79A51-F3CC-41ED-89EF-2D40ED2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59C01-94F9-405F-83B6-E67722CB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10792-A7DA-4B27-98E8-4DA1FBE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5BBA2-E34C-4AAD-B4BB-5BBCBBF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F8B46-EC07-4CAB-8A4B-6B761EFC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851214-793D-4846-8E4C-C0B8620E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2E107F-4739-4036-A06D-B770FE6E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C2B94-C8DB-4E1D-9587-88C4C90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B5E654-A594-462D-8F38-CEBAA518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1FA7E-ED6D-4333-884E-336C446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468D23-5390-48B5-AFBC-6609AA06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EDFD4-D658-4744-91C0-1AAC2D6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3372B8-0148-4B7E-9972-C83635A4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689821-C964-4372-A784-F65B682B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D9E475-176F-4813-B818-F750BC4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FE589B-A0B5-437A-BF39-4E284194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4814C2-4091-45D0-AC43-F112716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7EF57E-115D-44C1-A5D3-03396B2B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053443-3B3B-44AC-9D43-6CD4EB1E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8AC84-5D68-44C4-B724-9B535EE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0840F0-F61B-4282-8F19-A1139F0B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46E3A7-0E60-438C-9E86-C5FA683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F965D2-5074-43FE-9273-710C229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4DEB1C-D455-414F-8944-AC05EE73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E2A2F3-AD8F-4547-8B97-7DC95AB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28C2F2-9469-4F5C-BDC6-BCCEFA6D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3E72BB-B444-425E-B434-D69E4ECE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B54575-F224-44FC-8E5B-0F96C2E3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D7633-CDDC-4F31-BAED-DEFC31B0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A20E52-C337-4B08-A6BC-0A82201C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53457D-1ABE-4E63-9F12-5649B17B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7C0A53-A0D0-4603-9020-BE8DFDD6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0B761D-D3F6-4CD4-88CC-CE7EDEF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B229ED-280C-42D7-8861-C83960FD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7BC822-E78B-407B-B91E-94921394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7E2C4C-AFB4-40E7-9133-8D51C9D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CEF4F4-5760-4C21-B448-51E236DA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8D66BA-913D-44B7-86EE-9847A87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D310C3-370F-49F6-BF60-00880C6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B8ECE1-D512-46DA-BDBD-EF83F3B3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139A99-CB13-4543-B524-AD5B4BE5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CD45F5-AC7C-4B8F-A89C-016BF457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0F64E6-216D-4F84-9ECA-4527010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CB95F3-11E6-4405-8935-AA22A06F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1C1518-AC03-4723-A9EF-4905B10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0E9177-71D6-408D-BECD-EF61EDDC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8E1BE6-8BBF-40B0-87DC-5B970A4D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28D474-39EE-45A5-B2A8-BBAA85DB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BF0E1E-ECB5-4754-820D-391E36B4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0FA841-FC1F-4BF8-A770-FB581C2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525EF1-A31E-43C9-AC85-0CC686D0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E05A22-AFF3-43F6-819E-DB684B9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133D51-1BF9-4AC6-B9B1-29A86EA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2BF8BB0-93B0-4176-B366-E1492F2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95FA6D-8668-42AA-89CF-08936DD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FC9A3F-0444-4C51-ACFB-223968C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6A8E796-C683-407D-A45C-EC9246C5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F3BDCB5-4914-4CEA-AB39-0D7E1D4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4036F4-7D4E-4082-9BBF-C98629ED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2EFD5E-0296-4E57-B876-1D67C92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DC122D-B7D5-493A-90E2-9BFBB5F7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497083-46B8-4D3C-9ED3-C986F379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044595-35E8-4E5D-8795-D44C3760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36652E0-3CB3-486B-A7D3-5E84E153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E6BB32-B250-4CDE-A5C9-50051E4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5017118-6618-43F2-B0EB-F4D9231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44B44B9-75D7-4627-9DDD-F5D62D75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F8DA42-783B-4E0D-BB57-B3A2C11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B2E723-1E75-4AAD-B06D-B5233B2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CEF8657-6693-4185-B135-3CD1F7F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78AFCC5-0452-4A16-AC85-2E861D65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6CA62E-0C23-4188-844A-6F46C5A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CFAC0F-1752-4827-B976-306E9638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17D753-E023-4AAD-9E98-0A1A3DDD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6B4A81-5DB3-48FA-A3C5-CB37EC9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60D5D9-226C-4F02-BB45-9FE5DB2B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40631A-788A-43C0-BA8D-B2EBD2B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358C32-447B-4790-B16F-27F2A30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FB8EFF-F212-421F-B478-D705BB1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551FA6E-7AE1-4C9B-AE0E-AE7947FC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E31DD39-BB0A-48CF-B032-BEABBE3A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D83AFC9-5DA2-4971-B83C-DD315A46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9018EA-F79F-4623-B8AE-5032341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4FD4E3-F30B-45BF-A22B-FDE22F97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F4DAE98-C102-48CB-8BE9-D6210BD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02 / PRODUCT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347F62C-1E2E-48D1-8531-277B1157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F4FB4F9-01BA-4834-8F1F-C6C15D34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8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 weekly</a:t>
            </a:r>
          </a:p>
          <a:p xmlns:a="http://schemas.openxmlformats.org/drawingml/2006/main">
            <a:pPr algn="l">
              <a:defRPr sz="48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8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decision reset.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0B4513C-D488-4B60-8953-CEFE9464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Every company must move toward a ruling.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B60BDCD-923A-4A4D-BACB-7B6E3FC5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Aethria exists so no deal stays in limbo indefinitely.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5E05CE-75E4-4F24-9453-FABB2CBE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81100"/>
            <a:ext cx="5810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2000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8D73FDD-912D-4D3B-BA2B-D357C047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287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WEEKLY REVIEW / MONDAY 08:30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E796E5-1B20-4C4E-B15C-7F222D4E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287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PRIMARY SURFACE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303C94-BB8D-47D9-B7AF-66B0434B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9545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69293DB-94EE-4B97-A0BB-7DF99CEA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05000"/>
            <a:ext cx="3257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97F47A4-BEF8-4390-A1F4-61D1157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rPr>
              <a:t>READY DECISION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04E66F4-B166-49B4-96E2-8AFDE2AC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81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Arc Ritual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A370662-7B0F-4CE2-86E1-F667407F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8.4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982B539-2F10-4FAC-B89C-1DA941E1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MED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702616E-96DA-4378-9180-588DF4F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ADVANCE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9941A4E-EFD0-4F6F-9F48-B63874F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33650"/>
            <a:ext cx="3257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4FE2DB-8B1C-495B-AFE0-4D05238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ADVERSE SIGNAL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586D359-60F2-4F1B-87B2-3D6E1963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98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Trellis AI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AF69429-1E6E-4F84-BDD4-4C0929E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7.1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65ABD9-5862-440D-9E44-2026C566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HIGH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259441F-499E-4364-9DFB-8478AE4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VERIFY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5DD1B36-6ECC-45A3-9930-E840FD1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3257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EBEBE19-92C9-40AE-9ADB-CD656A63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575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7B4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D7B46A"/>
                </a:solidFill>
                <a:latin typeface="JetBrains Mono"/>
                <a:ea typeface="JetBrains Mono"/>
                <a:cs typeface="JetBrains Mono"/>
              </a:rPr>
              <a:t>STALE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7533D8A-2B42-4884-A809-D3F631F5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385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LumenGrid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AB77D06-295D-4A35-AE01-14A7B6E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6.9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A729B3D-2E72-4050-92D2-EB6BA57B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MED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E3E34C1-1228-41E5-974E-9C801B54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RULE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7BFE677-668F-4977-AE94-ED0B908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90950"/>
            <a:ext cx="3257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B49F7A9-6687-4EFF-8632-69091B7D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862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MISSING EVIDENCE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67891C0-98D9-4E59-9BC7-E2042C7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671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Mason Labs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355F42D-2810-4390-8557-136493CD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7.6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6C895F6-57AA-4BB7-979D-13D7FA03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LOW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C833AA6-C500-41FB-B8E7-3D168DB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243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ASK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C8A08F1-9109-42E9-BA06-80AD60A4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>
              <a:alpha val="66667"/>
            </a:srgbClr>
          </a:solidFill>
          <a:ln xmlns:a="http://schemas.openxmlformats.org/drawingml/2006/main" w="9525">
            <a:solidFill>
              <a:srgbClr val="F4F1EA">
                <a:alpha val="16078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247F4C8-4BD8-4C20-A4A6-1322454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DECISION BRIEF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F5FDB7A-D6A5-4830-83A7-2A559EA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5267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6E178E6-0193-44E2-B4D9-CD62BC7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THESIS FIT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A60D3FD-CF9F-41C6-81E7-FC9896E7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5270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8.4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5071DC4-FE1D-4FFA-B319-24B7376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8607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ADVERSE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A529F1E-6E25-45D0-81B3-F6933C01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86075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2 OPEN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3720BFE-11B1-48E3-968C-AA540BDD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NEXT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5630382-469B-409A-85B8-84C0981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FOUNDER CALL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8E73BD0-0C73-49D1-B122-0E696AD2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49AEBCE-D4B2-4361-A92A-2E25C1A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4902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F0002FE-4E14-4CC4-B215-FC452B6E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29050"/>
            <a:ext cx="2190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PASS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6C262A7-9F0D-4FA2-9EF9-FD70980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451"/>
            </a:srgbClr>
          </a:solidFill>
          <a:ln xmlns:a="http://schemas.openxmlformats.org/drawingml/2006/main" w="9525">
            <a:solidFill>
              <a:srgbClr val="F4F1EA">
                <a:alpha val="14902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4764CD9-5A90-494F-BE20-E58F2994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419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MONITOR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06E725A-4E8C-480D-BF81-9FE29697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714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451"/>
            </a:srgbClr>
          </a:solidFill>
          <a:ln xmlns:a="http://schemas.openxmlformats.org/drawingml/2006/main" w="9525">
            <a:solidFill>
              <a:srgbClr val="F4F1EA">
                <a:alpha val="14902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9941D67-4053-4F0A-B5DC-D4E7B040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14800"/>
            <a:ext cx="504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rPr>
              <a:t>ADVANCE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BE2F5EB-3B8F-462F-87DE-EC6B28EE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101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EXPORT IC PACK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D946EA8-B36C-436F-990D-EF3A874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768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294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17733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96B8A-8C98-4BF9-8E0C-EC4E2714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1F878-DC07-4F22-9FF6-F86D6AA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B77F-F1E2-480F-A905-8E0C5BFC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4CFDE-1C08-45DD-A479-97DBD44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7C18A-2BCA-49D0-BE93-20AA5FA8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6586E-BBCD-44B7-B223-AF1AD3F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11E8A-6FE6-44D3-9A84-4B351A24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85728-38CA-4727-8A9F-31B388F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4C77E-FEC8-42CD-95B5-470F1F57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025FC-7A5F-402D-B19B-677156A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F0352-2C20-4242-8386-ACAAD7F1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52FE4-6ADF-47D8-8E9D-411C931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1CD3B-F806-40AC-8D9B-A2067AA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3F459-3AC7-4846-A3A4-AD299C7D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15BEF-95AD-42EF-B1D2-F0DEE30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98DDC-C43A-431A-878F-223FF75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D7374-5A14-4FA8-A193-A2C3C23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9F130-E5A2-42D4-9E2E-B8541CB1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248D7-56DD-42F9-BC4C-490A3556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39C4A-5955-46BB-A0F4-FAB3E50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AB743-E961-4116-A314-BA1E38D8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AB61A-5C3A-4C37-A071-A909DA49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A67C9-C7A2-454B-A19F-924F63BD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9C1BA-408A-4FC5-84F8-0DE32DD2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4C7DD-766A-466A-9D3A-70B06D9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BD0F9-3964-4F74-9A50-3A3757E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65249-5B67-49D9-9F7A-AB42940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B21C9-E4A9-4F54-94E9-5512D3A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5ACF3-97F9-48FE-BF80-B359DC35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7A8280-8A8D-44A8-945A-FE2B580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27A9F-491D-4C31-9BC0-1D15149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04306-70C4-4E80-A506-5E861FE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5153AC-BF88-4370-9382-FA3A144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01751A-007C-44FD-8E4B-B37B98C8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A055D-A0E5-4686-A194-52239B1B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1A7F44-91CC-465C-B413-FAAE61C0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5B4DC1-4011-493C-AE96-D21ED0E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C4C1D7-4687-4597-9624-94A4F5C0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5388E8-74A6-4E48-9926-54FDC17C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90A0DA-6AD3-4566-83FE-FC90257F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256544-F9EB-46CC-8FC1-8469D209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AF8659-3D84-45E3-8072-D42EC418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464D57-03BD-484C-810A-45D8479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A79EE-8931-4460-AA31-73D82BFD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1E0B29-CB84-400B-A388-B0562926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22790B-AC27-47E6-9A3F-C4563A8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940597-5412-4BA2-BB4F-75D84F4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5558A2-8929-496A-982C-7D3AD608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E37EDE-8F76-44D7-B766-0507D705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B61360-4192-47F8-9A1E-03EE025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0A7265-2D57-4C9D-9C27-174FB8CA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146A38-F5A9-4991-9FCF-2B16A92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2FD302-5A0D-44CA-A797-1BC7789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8FB80F-B14F-4817-9BB0-0B1C343B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70A8B4-26DF-4F36-9F4C-3A01936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8C6FD0-25FB-4A4D-9427-9F1A13A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6E9997-C933-4A3B-998A-5D87FF7B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3A7EC2-4F43-4D04-A7B8-AA9A7CA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6F495B-3886-4C43-84C7-4F010B8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3E61F6-368F-4EA3-B3AF-08E0C00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34CE38-73E3-4E97-94B1-AD88D90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EA9D8F-5FA1-4FC9-8BB6-23A46DC1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15881B-1F86-4F1E-AC30-09BED46C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499949-C02A-4C9E-B4E4-3F5817E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638731-8B1F-421E-A185-AE9E353A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629B87-8619-41E1-8FEE-83391B99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813827-1A36-49AD-92DA-A92C149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F9DDB6-B7F8-4ECA-A7E0-5716F0A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26A4C4-D67B-4519-B5CF-8BA6B544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0340DA-B267-4A15-88C3-C9B8CE0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4DA126-A3A2-4A96-BA62-D75A4963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28A45E-29A9-4204-A54A-4BB8D99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0DD6F6-DAA0-497E-92B7-2764DD69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C9A486-36F4-43FA-9438-4653BCB8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35D07F-29B1-4E60-8CE9-FAB2AF28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C0260E-680D-4785-B338-B37E53B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1A5992-98C5-4147-8122-9ACBB76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BCE976-DCF4-4234-9570-5330BFEA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0689A3-8352-46C4-BFDC-F6A6068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45925C-27CD-49AD-8E09-F076C90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AA0A26-B095-4DFF-A683-48FC6179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E4A66E-B832-47E1-9B2A-76D8105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D4BAE3-CBBD-4DD7-873A-B4673894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E13B44-0376-4199-B476-958406A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5ACE0AD-F0BC-4D3E-AA9D-605BB0F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C72F56B-1893-42C8-92F7-DC22096E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C0754C-1ACB-4D19-8836-7B53F04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0441226-6910-4D14-83DF-532E245F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5A4F131-F935-4216-9436-259134F3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B39DEE-59D7-4BAD-92D2-A57AD9B2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E994DA8-4BB8-4699-BA89-D3E4A3B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54C137-AB01-42E4-B5D3-56CF9B7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7D74DB-FADF-46BB-B9B0-7DD45643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E54502-5606-4B28-92FD-ED2D87A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2516DA-8A3B-4759-A50E-8046FC77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FA6624-49CC-4340-8CF0-F83171D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D11B08-0C17-4D09-9E90-34C43B19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4A659F-5796-440D-ABE6-492B69E2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6C0236-5AB9-4831-BBF2-3B714FC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6749E7-CBF1-43F8-B1BD-5E04D423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4C43743-A810-4792-90FC-370D199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84DFC77-1344-475B-9555-3420763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15635E4-9873-48B0-8815-1F3EF12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3DCC764-F3DC-4050-AB28-38DAE80C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81F627E-9078-4A9C-8594-F6B90EA6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6F0FB48-EDD1-4451-A2DF-D00E44A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B697E4-7C36-48ED-A5B7-0FF1309C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D6AB48F-96D4-4009-BBEB-2F6693D9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03 / CUSTOMER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EA5E4C-756E-45F7-8A64-2D74E13A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51FA98-D59C-44BC-B8C1-BEF0852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3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Built for the first</a:t>
            </a:r>
          </a:p>
          <a:p xmlns:a="http://schemas.openxmlformats.org/drawingml/2006/main">
            <a:pPr algn="l">
              <a:defRPr sz="43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3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institutional process.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066A96-2C54-484B-9937-E253F852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Start where process does not already exist.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45C3E5C-9006-490F-AC5D-9F88FEE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076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8254ED-A7C9-46D7-8260-09C898F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SOLO GP OR TWO-PERSON FUND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3B5140F-7CC1-46CE-B9CA-0D6723A1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57600"/>
            <a:ext cx="2076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3D1C23E-B42C-42A6-8D5B-D86AE7B5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719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FUND I / FUND II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D04EE9-BE60-410E-972F-F9DBCFD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076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5F7659B-88D4-47BE-BE40-1CB8FB52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$10M-$25M AUM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A60E416-42FB-4A03-90B0-A5B93A6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2076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247750A-3DF0-4534-BBCE-485F5D8A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862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SEED / PRE-SEED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B1E1EC1-67E9-4694-A226-37450B1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2076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5D3A2E-9AFC-4631-91C6-BA80851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NO FULL-TIME ANALYST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97E3AA0-73AC-45F8-9D44-82719E1E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86300"/>
            <a:ext cx="2076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592BF75-87A2-4938-B583-D006439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006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2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NO FORMAL IC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3B2CB2-6BAF-427C-A58B-FA52ECCC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00150"/>
            <a:ext cx="3543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8824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A05E4AF-E1D5-4B95-9D97-3249875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ONE-PERSON FUND OPERATING MODEL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46256CE-8BA7-466E-96AF-C62FE25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33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84EB1A9-1A43-467F-84DF-D46C3526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04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9525">
            <a:solidFill>
              <a:srgbClr val="F4F1EA">
                <a:alpha val="25098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A44910-DC43-4197-A1C0-82B5F895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8607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GP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F05DF05-2F4C-486F-B432-C4D8C56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33725"/>
            <a:ext cx="742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8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decision load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3C0A071-60E4-45F1-B711-29A244FB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3360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9525">
            <a:solidFill>
              <a:srgbClr val="F4F1EA">
                <a:alpha val="16471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00A89B5-D73B-48D0-A4A2-868D4BF9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5742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INTROS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7E470DA-59BB-49BE-9A83-870CFBD4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E5D4B29-7F38-4726-8692-5D339A8E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669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9525">
            <a:solidFill>
              <a:srgbClr val="F4F1EA">
                <a:alpha val="16471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F302603-C23D-40FF-8DE8-99445B5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9077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EMAIL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2C90BA7-4B5F-41D5-B031-04ED948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1323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B4A3BF2-120A-461F-8F5F-B96CD780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7190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9525">
            <a:solidFill>
              <a:srgbClr val="F4F1EA">
                <a:alpha val="16471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AAD91CC-EE1C-49FE-AAB7-1B886B0B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9572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NOTION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C711BA9-B6B4-4A24-A807-A29AB5F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67050"/>
            <a:ext cx="866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EA06932-BC8B-4D50-8108-5AE11DF9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9525">
            <a:solidFill>
              <a:srgbClr val="F4F1EA">
                <a:alpha val="16471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E238447-9E34-4DEC-A622-7D94026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90525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WHATSAPP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D42EDAA-F7B9-4400-8728-6FFB34E8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1133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EF31F43-7E93-4996-9A9F-E5BE7DC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5770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9525">
            <a:solidFill>
              <a:srgbClr val="F4F1EA">
                <a:alpha val="16471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5F51AEC-43C9-4FE0-8CE2-FD7ACD0E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58152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SPREADSHEET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3598F2B-4824-4319-894B-1D8743E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123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47B277C-3BBB-4328-AEB2-5B5C4B5E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3830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9525">
            <a:solidFill>
              <a:srgbClr val="F4F1EA">
                <a:alpha val="16471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DF21EAE-2B4E-4C1A-B161-4B1C0EA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6212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MEMORY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44EF013-9691-4BEC-8A94-946B66CD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85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BDFFD53-3562-4E76-9AB2-FBAB654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19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These funds need institutional discipline before institutional headcount.</a:t>
            </a:r>
          </a:p>
        </p:txBody>
      </p:sp>
    </p:spTree>
    <p:extLst>
      <p:ext uri="{BB962C8B-B14F-4D97-AF65-F5344CB8AC3E}">
        <p14:creationId xmlns:p14="http://schemas.microsoft.com/office/powerpoint/2010/main" val="1910756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2EB69-9067-4966-B0BE-B381BEA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9BDA6-BD02-4955-B9E5-E42B4398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D1B15-8539-40F7-ABAF-74DBFA40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5A625-D6B0-482E-8AAF-9F72C84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54888-59FC-483A-8BFF-9ABA800F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4635F-F014-4753-B2C4-7AF7A3D4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15896-71DF-4F33-B08E-2664099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6330A-B5F8-4132-9CC9-03CA67BF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2DB99-6A16-4442-B596-0CD7DF1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DFADE-68C7-4DEA-A1AC-369A8566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A2E4B-C8AA-4FE3-A5C6-02B37E4E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DAEBA-B248-4D8C-8942-F2A2F74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4D287-FD16-4D91-BB45-3C8EE682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84E7A-1DC5-4ADA-81BD-0CB2ECAA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2A036-D830-43FD-8774-8F8F29B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31A6B-5BF9-4DCA-8D9A-38C61B10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09207-BB32-4EBA-879A-5C81344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6E1D6-FC7A-46D6-94AC-2DC3361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6E749-C4AF-4541-ABD4-5657FC9A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5CCED-932E-499A-AD8E-6A4A0AB9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00EE9-8A70-4767-9B63-4EF34D8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3CB2A-22F5-41C6-B044-689CA5F6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6D652-7BEE-45D0-9D6E-E01DDED2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23CE4-7E8F-45DD-92BF-F83C0D0B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582DF-6C3B-4E20-912F-08CE01F7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C671B-A0E1-4EF0-8689-A6F74E99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6DDAE-A0A0-4A12-86AF-8343F6DB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64975-D5EE-4B33-AFF0-813243B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C7D66E-C169-4D2C-BFE9-6DA64D2C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6A0C9-483D-4445-8AB5-77F026FF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5D24E-1441-457F-84CD-B41BBC71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C62BF-5C9A-49CB-AAC3-BE406CD6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72A9BC-2D1D-49CA-96F7-5FB5A92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88608-E7F8-4FD9-A612-C138BCF7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2DB96B-6C4F-410A-A2D3-3F641B0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245C61-2857-4021-8B85-69E49777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F59C76-B676-49E9-A3F3-20AD954E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C5B10-2392-43F8-8DB9-A19F9B3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4EB224-3F91-4D4A-B880-7491C888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525AC7-D619-4FF6-B9FB-48E53556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AA364-4A9D-456D-AFCA-CC23C6A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A28A65-1B52-4AD6-8A5A-2C29B876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A3FB21-2CA4-41B7-8EC2-8DEF7B24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9A3F4C-F301-44F3-87F4-4714281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76503A-7235-4444-BCDD-64D2C443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A00D77-FC7D-4A38-BA98-B13CFDE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4E9E5C-D7B5-4001-A87E-E4AC990E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47E7FE-0F72-483F-A47D-D9167BB2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E74A60-1B50-4485-B724-C551B94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49387B-ABD6-4043-B70B-F71C6C6C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A17B10-D688-47C1-9C57-EC2665C1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CB499E-DF02-4F94-98DC-37BB04C8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EE7DF8-2F1F-4233-8317-05C84FD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914DF7-CDCB-4140-AAB1-8581AEC1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846F97-53B8-4EFF-9DB6-F064A366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AAB7A7-6FA6-4299-8F15-1D601351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6F0DDC-F9AC-47FD-87A1-37F79031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74537E-80CE-4533-B95E-89E736D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7D4809-D081-453F-AD14-F0067208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8F8618-28F8-4381-A4A6-DC9B47DD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0BAF32-C0EA-4A9C-97A6-E616FC6E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F9C88F-C51C-4761-A286-0E31D1A6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F9F3AF-734F-45C6-A660-A9FB2959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0438A2-1722-4AAA-8DC5-ED795E3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766959-FC2A-4C95-BEF6-47AD23EB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302C02-15F8-411E-8929-98524A8D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8D8B3D-36B9-4175-BEB1-09675975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2A10EA-05BD-457A-BEA8-C298EB2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8B9A8D-EC69-4B89-BCC5-A5F0C17E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EE6802-3846-4C5B-9521-46CB9E4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F3BE4E-3AC3-480D-9E93-932483AB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DBF79F7-DEA5-41DA-AACC-CAEE5A59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458038-29F3-4087-A085-F74BCB00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5CA162-044A-496E-BE53-912B461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42F49D-A76D-4F6E-B730-C76BF084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734B00-683D-4579-8F65-EFE4D817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626DFB-689D-4AEF-A767-D15A7A14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A6FD0A-A477-43D2-BDBB-FD30CF70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728E3C-5E71-413D-961F-75A23D3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ECF3C0-3279-4EEE-8709-2BA8843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A6E3AC-0E40-4043-A42E-47C7105B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6F7972-A0B7-49B1-B089-0888136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8783D6-13FF-4248-873E-3E8B0F12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459B94-BB73-4753-8704-C6F0F8D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F65923-4710-4763-A491-2521D587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B3C124-2554-42DF-9A2A-3F628C1F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466327-F39A-4959-945B-A497A887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D9AFAD-7667-4D72-BF80-EE31A273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2C2F83-7330-4866-B510-7DBE542D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701446-3826-44F1-9933-E0AE2A0E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DE7AB8-84AE-478A-8272-26F58D2B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7A8E98C-0AEE-416B-AC3E-27DB20E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654707-955A-4F1C-9345-7DE22470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F34BDD-4122-4A30-B8C3-6B50BEF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AA28723-A48D-4B26-A6FD-19D62156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82A97C-3D12-4EAE-98CD-0B4CD7A5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6FEB18-CED8-40BB-B445-9663F1F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D1F73D7-5869-4E87-9267-6B455B4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4A0857-98A2-4B60-B810-0D663C9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4A7F61-7168-430D-84BE-9B896BB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7EC6C1B-9AE2-472B-8316-D728426B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771F44-487E-4AA4-AF81-AB4847AB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87827B-4F0A-43D7-A388-CC9F0D8D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1814D4-9956-4118-BFDF-7FC8A5FD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EE0F5D0-4770-4518-AD47-30C361F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0C6E64-4331-4B51-8A9C-FE4CA1D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77CEC2-D1D9-4506-8EC5-956E0EE8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4DEA49-3B27-4DC1-AB9C-B26BDBA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04 / WEDGE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2A0944-E5B0-4014-A1A9-D0FFCF88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0E9BD26-DCF1-44F4-944E-64F23FF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2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Start with</a:t>
            </a:r>
          </a:p>
          <a:p xmlns:a="http://schemas.openxmlformats.org/drawingml/2006/main">
            <a:pPr algn="l">
              <a:defRPr sz="42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2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historical decisions.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56FAD18-0289-4A46-BD6D-614A02FF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Trust is earned on old decisions before live workflow.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936943D-204D-4521-A829-55002D2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971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75073E3-0355-4289-B048-A4655B77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1A26818-AE34-4160-83E2-79DD396F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INVESTMENTS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2F4919-6BF7-4570-8C0A-17CC7278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38600"/>
            <a:ext cx="971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97002AB-0F1D-4C74-95C2-EF241CD4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FC5BDA7-EA6D-4B25-A401-002F2B1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9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CORRECT PASSES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8FF7D45-8325-41BC-9440-E4462AC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971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15FEFC4-27FE-4B10-9353-527B344F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8C0B23-B29B-4523-BE2E-04848560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9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MISSED OPPORTUNITIES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591CF30-472A-48CD-B583-6FAD6DF9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971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706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69AAA1B-F08F-4D67-BF95-F64489A9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D4EE9E7-2B49-4671-BC22-A432B95C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AMBIGUOUS CASES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B369C1-6EA1-4309-9A3C-BAB5758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244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20-DEAL INPUT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D609EBD-FCE0-4D90-A534-A3F6D289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2935F58-B5E1-4129-98CE-7A4CACD1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3400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SELF-AUDIT, NOT SOURCING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DBBF569-9274-4CD7-B9F4-16F8ECD1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90650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6863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6674F30-0191-477A-8003-DAA1B0E8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DECISION LEDGER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E596D1F-BABA-45B7-8475-4A4C813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E618D83-8CC7-4544-BBE7-617E985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Q1 2025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BCE9DFB-A97F-404B-98ED-F17488E3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812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9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Arc Ritual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9AC342-0291-456F-8C9C-C5982BC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977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rPr>
              <a:t>INVEST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27CC7AB-CD13-4DE3-A3E9-1DF83C6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0977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8.4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973ED3-6229-4908-95A0-6DFF035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7F55FF3-98E3-4AF0-856C-A18D90E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71725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Q2 2025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5206E11-E242-42C0-8DFB-39C1BA8F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9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Kiteframe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C40B122-3907-47CB-928B-A4BB3CDA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717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PASS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6123C4D-33FB-4CEC-AD5B-95D3C4BB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7172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6.1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DCEAD55-E169-4085-8008-386D6FC3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95A48D8-95F5-4551-BD6E-BA9EF75C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33675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Q3 2025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542E4AB-5791-440B-8CA4-92C4CCF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9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LumenGrid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485C233-8153-4BB2-A66E-561858C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3367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AABFA2"/>
                </a:solidFill>
                <a:latin typeface="JetBrains Mono"/>
                <a:ea typeface="JetBrains Mono"/>
                <a:cs typeface="JetBrains Mono"/>
              </a:rPr>
              <a:t>MONITOR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9D6ECC1-DBCB-47C3-934C-D1F963F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3367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7.2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190017E-C291-4749-8777-43ACCDA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622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A94D1E3-0CD9-475E-B44D-2E5242B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Q4 2025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B469120-B985-4F34-A14F-A6A41DB3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9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Mason Labs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C53A05B-F09C-44C1-9789-E29008E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956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PASS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9340E33-408E-4B52-9C05-F42D4A95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5.9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1A85598-6F31-4E69-A388-90F127E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242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7E6CA60-A776-452B-9EFB-4E3A6E5E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3714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9525">
            <a:solidFill>
              <a:srgbClr val="F4F1EA">
                <a:alpha val="14902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0AFF87F-FBAA-44BB-AF31-51947711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86225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 RETURNS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D84F9BB-DF6B-47E0-81FF-7A1D2EE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0075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decision ledger / risk postmortems / scoring consistency / precedent mapping / delayed conviction examples</a:t>
            </a:r>
          </a:p>
        </p:txBody>
      </p:sp>
    </p:spTree>
    <p:extLst>
      <p:ext uri="{BB962C8B-B14F-4D97-AF65-F5344CB8AC3E}">
        <p14:creationId xmlns:p14="http://schemas.microsoft.com/office/powerpoint/2010/main" val="1022611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392BD-6B0B-43E4-9318-8726083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1C34-CEFA-48DD-9F3B-D1429854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346F4-D7C7-4156-956F-41925830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6BA13-6180-4F2B-9A06-86EF00F1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B1407-0BA3-434E-95F4-EB6214C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E27F3-B3C9-4F57-9F00-8D0FE2F2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5D11-59DB-46EB-BB63-9DDEA088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1E9AE-C4D8-4FF3-82A5-F6FCEFE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10E30-279E-4F4C-8738-C561143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56794-2FCD-456F-9594-F5A8D852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536EC-A83A-4C9E-8350-09E155E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B5A09-5E6E-43F0-9174-604FFCAB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A2F9-8FC4-4228-90ED-EC12D7E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574A7-B499-4ECF-89B1-6C0E1E0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300D6-A8EC-4769-AD7A-32E4BEEA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41EA9-02D7-4CEC-AE7E-6318ECB3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43706-A2D3-4880-8D4F-978BFDD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2EE80-5D56-4F2D-9FA5-917C1F23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A2004-5F8B-470D-9443-67C04D3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F4E84-1CEE-4982-91AD-E937850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5335C-C40C-436A-A304-2AA63D51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6B739-EA44-4DE9-9ACB-1BE4B9C8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CFCDB-C55F-495E-94E3-AAFA7D0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E10FE-29D4-4CFD-A9B8-4402300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480D7-07E8-4DD2-8701-A2AFB1D6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6C9CA-1C66-4CFF-99D8-EC8F6850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266E2-FC10-46CA-AFC2-F23BF78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201D8-4F03-462A-8E3F-D0EB66E9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8113D-BE39-45C4-B5E9-4C4446C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AB288-B926-4D9D-8C1B-FD74BB5D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7569AC-EC3D-4A42-BCC2-6639DC70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77268-BE4B-469C-8688-978C2F27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2AA70-8525-4DA4-AE43-8DD5472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8B248C-C4C7-4129-84D1-F9A8DFC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E6E572-4A7F-43F8-836D-3FAAB34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9682D-6E31-48E7-BFED-6AF25E6C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85033B-24B3-45C3-806F-2669F6F8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A5ED84-80FE-4F56-BB1C-B61A8B1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1C4C11-83B3-4B40-A90A-3AFA5B5E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5C155-FF67-48F9-B9EB-543BBBE2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15EA86-716A-47E8-9248-22FF5C6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DDD41E-7149-42D0-843B-99288771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2A3464-8127-4168-885F-4FA01CEE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0A2E5D-5E3D-4125-B3AB-A143D4D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751797-1801-4EDE-9D51-07B7414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88F7D8-0C15-455B-9612-FE671AF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F316FD-0F00-4EB7-A64C-C8E2B76B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0B7E48-2550-434E-B04B-AF11D08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3E91BA-465E-4E49-B85D-F9C471D8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FE8AC0-D231-4C7A-AA77-9643ADD2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968E20-5F5A-4A49-8D7B-6CA3DDA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7B6D44-BCBA-49E5-B6A8-21C2653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384FDD-308F-4494-8658-163B3254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D1B107-D7D7-4602-B51A-E024176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DCB131-D470-487B-9CA3-62057DB9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C000A5-78FF-4DD0-BAD4-2A49D8AE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B56561-4557-421A-899D-CE4A9C3F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B56DFD-3E31-4706-AD10-8BFC4394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5555D1-5B83-40F1-AFA5-E8A74E5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0F1492-EDB8-4D97-8DBF-B1CE04F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424066-C15E-4E57-A370-868BB4B3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1282D6-23D1-4F32-9FEC-2FA4D05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4F6A55-3236-49C6-947C-3AB69783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391907-FB3D-4816-86BB-E3C12C11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E0D5D9-2652-4DE1-940A-4263CF9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A99572-BFFD-44F9-89EC-38EE999A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5A3580-CFD1-4904-9BC2-ACEF881E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EEDB52-533E-4D63-BA35-2BC5039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02C929-5AB3-4427-B4CF-A6E759BB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E596FF-27DC-45E6-B94E-D005275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AAC020-CE28-4439-ADDB-7278ECB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EAD22E-CB0B-4266-8288-8C1E0E68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6A6822-17F7-4557-8A89-9F3C94F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75E15B-6736-4053-BC66-0C6C6F4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CFB204-7CC9-4914-881F-160E4996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2E8DAE-80EA-4B22-BD5A-5450C905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EBB7EA-49DD-4ED7-8392-3E4EDAD6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A9D089-EFB9-4D13-9E4D-D57895B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47D2E-EDB3-41DC-9328-0EB6361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7B32EE-0E67-4E46-9B06-909506C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9DAA7A-6C5C-4AE0-85D9-42366C72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7A4B24-702F-4F04-9621-E1251FD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275C70-7D8D-4BBB-88A3-F7C35733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C0FC6C-6C4C-4F6E-B664-7A1BC022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297961-41E7-4814-A19A-B1C186E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4DC0CD-1373-4AE5-A8B6-A268910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008A7DC-624A-44AD-A6F1-649933DD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381CB9-6CF3-4D83-BFF4-45E21963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1D9731F-C1D3-4A58-BFA4-D5F5ECC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CABA88A-D2FF-4439-9128-D6E0BD86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F216D1-16D3-400C-84FB-6FE4FFD7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B521B4-091B-4229-8BDD-A76499F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E7F285-4494-4A32-A8AD-DAFCFB7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D255558-5250-44DE-A561-73737F0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FDBE32-A628-4ABF-AF29-756D9870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9212CA-C60E-4B63-AE41-368C15B5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C951CE8-9742-4F67-9F3A-E13ADFB3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6DF534-0C16-4D23-A97D-C9F0F037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4CB3DD-0962-45D0-912D-53B68CA3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EE94AE-4859-453C-B7B9-E5B30243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FFEAA3-D403-41E4-8699-4685B9F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51AC68-377A-487A-8BE6-3B51B5D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F8C41A8-6937-4F27-ADE0-34E69C2F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145B61A-C1EA-4096-A9F6-FE848B51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2E259A-1CA8-4B51-BFEF-60431E04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79CEE38-5629-46B3-A2AA-160B1CD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8C8A6E-C394-46C0-BB37-FD5DC30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410799-7618-430C-86D9-057553A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05 / WORKFLOW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D12C46-2A97-4397-A1FB-6C41532D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5B2C8A-7ED2-461F-AFED-15EAEC7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00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4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Queue -&gt; risk -&gt; action</a:t>
            </a:r>
          </a:p>
          <a:p xmlns:a="http://schemas.openxmlformats.org/drawingml/2006/main">
            <a:pPr algn="l">
              <a:defRPr sz="34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4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-&gt; ruling -&gt; memory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43BCA2-8B1A-40FC-883B-FC462705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 product is organized around decisions, not notes.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3A7EB46-2184-4EC2-A30F-C5F57348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638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824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2968B90-494C-4249-8C20-644614D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09C6CC9-3B88-406B-884F-ADB9206F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QUEUE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28F8EF7-0662-44DB-BCB7-DB10BB45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which companies need judgment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DD244CC-3B90-4D2B-BC98-C3092F68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9572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9FF2EB2-F1D0-4DBD-8907-F6FE39A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EC3542C-DDBF-4217-8840-AEA942A8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638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8F4A3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2A1BBD6-CD13-4F5A-BB3F-62B343D6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86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46123F9-0534-4B16-BC1C-64858282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433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RISK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FA58AE7-45F4-409F-A6D4-A3627310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338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what could break the case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4F6620C-A7FF-4598-9C82-24A4588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9572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9BC501A-E4AD-41B3-AA0E-823ADA8A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57625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6BD042D-F7F7-454C-98B7-E01B0ED9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1638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824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35A309C-4853-4529-B135-F4746868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4A41236-795F-433C-9919-E5C32D4D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433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ACTION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56A6458-0D3D-4F70-8BE9-AE12CBBB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338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what evidence is missing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F247C44-20B1-49E9-8DC5-69617F2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572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0B6D21-E87B-4821-A73D-A825670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57625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60E00AB-0FCB-46F8-B348-2519C66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1638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824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16061A4-24BB-4ABD-AA4B-B3F94CAE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34FD410-9B59-45A9-86AA-B28C1E5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433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RULING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29480AE-F45B-426B-9EC4-C26BF96F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338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pass / monitor / advance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1F16F9D-E0C0-4D10-A795-6CB6B1B0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9572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192E12-EB65-4E49-9C30-9F886F24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57625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222856B-D890-427B-AA87-5433E65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638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824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1A0851A-4AD9-495D-B165-F83F8BB5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B9A48E-A83A-44FB-9C22-B22E928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MEMORY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F57E251-CE9A-469E-A644-614B02CC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what precedent remains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69BE93C-26BB-406C-A44A-D22DE320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Aethria separates weak companies from unresolved diligence.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77E781C-C8A4-44D6-A7F0-671C9A6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THESIS ALIGNMENT / STRUCTURED SCORING / ADVERSE REGISTER / MISSING EVIDENCE / PRECEDENT LINKAGE</a:t>
            </a:r>
          </a:p>
        </p:txBody>
      </p:sp>
    </p:spTree>
    <p:extLst>
      <p:ext uri="{BB962C8B-B14F-4D97-AF65-F5344CB8AC3E}">
        <p14:creationId xmlns:p14="http://schemas.microsoft.com/office/powerpoint/2010/main" val="11026015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2EA5C-70AE-4F24-86D0-13568184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CAC27-71DC-4CBE-845B-75AA03B2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7B579-D407-4697-B012-81224D8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07F26-5121-4022-8C11-2E6EBCD1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8B2A9-FCB8-475C-BD06-3C91761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08482-C61B-4D93-94EF-CC800F4D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D7C36-1008-4340-BACC-73C3C0F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95790-5600-415B-9686-7CF9B2DD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91408-345C-4230-9395-B67DE1F0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E1C03-9020-472B-82D0-505523A9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7E838-2E75-4696-9A32-7F31A64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CD734-8A13-41C3-B1DC-8F6108B5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93BB6-B2F2-4071-AC4F-2C752A41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336E7-CFE8-4FAD-8A68-53820893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3B3C0-0D84-444F-A85C-88C9383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69A17-A1E7-4E22-AE00-8E8A1D4E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2E0CA-D2F7-42AF-8666-41B2718E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C7CA4-7201-4C09-8344-F15BE4A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38D01-D564-4A99-8E50-12612CDF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2FC32-0CED-4587-8636-0FF04FF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4C62F-C935-4D49-BDF2-33812498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C7F8E-6DB2-451E-BB99-4A026EC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221D8-A233-4786-926C-23A7AF6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E61D4-B295-405C-BD00-22C86E5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45FCF-6D5D-45E5-882A-F182E12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780D7-35E4-47EA-9EB7-511BCB94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96E46-94E3-4AE2-9701-A1E78B66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13792-066A-4EE6-84CD-865926D1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23B00-ADD9-4C9F-B1A8-E5AD7FFD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387D9-27D7-485A-AACA-8369FF92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08E8B9-A781-4BCC-A626-D86D79F2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1D791-E92B-4D2E-84D0-EC53699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009148-10C3-4121-9D99-FD4AAF32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E4CBF-148E-4FC7-B332-A6F063D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D8A807-47E8-4155-ACE4-F2C5E879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7D9AE9-16FD-4B8E-BCB4-4532FE9B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47E87-D189-4909-A194-9D5BE0F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7CC387-0600-48D3-AEC7-2A9B9E6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EF357B-3D86-48D3-AFBB-187652D0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67675-62FA-4C46-8DB0-3EB3854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2D1BA5-51E9-4028-B90A-BCAFD40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ACF67A-9961-4159-AF98-D3E7C767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8B5C34-03A2-440E-9ED6-DF9C30C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B64B4A-0B75-46DC-BBFA-70DF592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7B7047-31AF-42E0-9AD9-B44F1AFB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ED8389-499D-4ECE-BFF3-9EA0B3E1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4177C5-DBB3-468A-BF3C-BC04CC8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74607B-05BB-4E56-BD20-063E8A6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B3F80C-8E62-4512-9EAF-0B3EFB3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530DAC-6E35-4F81-97DF-5ECA9C5F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624746-B3A5-4B66-B27A-7508ED02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DFC9F8-1C0C-4345-B6CC-E69DB15C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65C3A4-4710-40FC-91C2-373E6C2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D89D2A-F550-4543-9D14-11A8FC6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CC6D04-FA73-463D-94E1-4E20D70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5989EE-2230-45EB-8ADC-EDED99E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9C979F-2BD2-4BC4-A1A5-E7A7A464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8A9FD4-30DA-4AE0-9FD0-5974843F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4314DB-1D9C-4006-969B-33AD70F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BD4F08-CF7F-4EEA-91E3-0824FF2D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75D40E-BF23-41E2-AAA2-C3C6C39E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E9603C-0BCC-4180-9DE9-47219F0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71D7F1-D3E1-4B2F-82B2-272FAA01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78648D-4D10-4D3E-A062-B2D9746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AEB367-9024-49FE-B12C-F36F23ED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EC1BE9-A887-452E-B755-D1506A7A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FA05ED-7C50-43BD-9560-4D95747F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2D4CFF-33B2-4A5B-92C7-4A66D944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834521-8CB5-4747-A90F-E3927BC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A4F21E-AF06-460E-AC70-A2D55CB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4FF9E2E-2CAA-4D00-B231-6CB1542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A57265-EE75-49D7-9EBD-D5691C6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BD867A-7B63-436B-8263-8BD6AE6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9B6A5C-373C-4302-B2A1-91624DD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882004-7F23-4F6E-9B33-90792D8A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DE041C5-49FB-4A1D-8AB6-59FCD044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8C273B-6AC9-45F6-8223-183F1B25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CFD06B-4D67-45F0-B7D5-E17DF5E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F1490F-0514-4367-80D5-19B9C40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2AF102-A6E9-42B7-84EE-D73E523E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96A88E-9C31-453E-ADD8-016D18FA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96709E-86C4-461F-A1F2-3FA5D2A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243684-3B23-4F23-BDA4-148246CF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81F544-8307-4D76-B483-144D1C2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605F27-DEDD-447A-B70C-94A62FB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8CC9C1F-3ED2-412A-9678-FCBA256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3FDE6F-9743-41CB-BA3D-DE878EFE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8BAD6D-B8BD-497B-AED7-8DDC9B9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62B8572-F793-4AF8-9803-CDE3E975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A1C2AE-EBE6-49CD-B77D-FF3977D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5F95625-CF8B-4D8A-A6B2-76AFDB32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960B0D2-4DDE-404D-972E-B13C834F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1E6AAE3-7632-4941-868B-5D66E595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3D23A9-C647-4F86-80D2-B594F85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A7CDFBA-5CEB-473A-ADE8-00D4AC1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F6E5BC0-2A14-472B-B9BE-7396DB8D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5C41E4-5F87-4A3A-9483-108DACF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F0D954C-5484-4695-B6C5-D3B0FE7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D01F0BD-3C05-4F34-AE09-6EEFDE0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CC1D96-BAAF-4C7B-9BE4-64A40A6D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1F7740-CA49-4548-B39A-57522BF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04E980-1211-4A8C-A37B-3F6D9A6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7C1CAC3-A55E-4040-9AFD-640D2D73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ADA38AF-F392-4DD9-B194-F7937F3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2AB825-9D15-482F-BC75-6771022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6B5F9C1-EC84-404C-A539-DFC9EE0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EF8F8B-79BD-43CA-8C7A-B1F3274B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D4E357C-152B-45F0-B6F0-D74A242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06 / CATEGORY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BDA3AA0-651E-4083-B805-EA9C77AA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24A8A7-4B88-4D08-85E1-BFC614A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790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9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CRMs manage relationships.</a:t>
            </a:r>
          </a:p>
          <a:p xmlns:a="http://schemas.openxmlformats.org/drawingml/2006/main">
            <a:pPr algn="l">
              <a:defRPr sz="39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9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Aethria manages conviction.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948D7EC-C8E4-4070-A37D-671364C3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 CRM tracks who the GP knows. Aethria tracks what the fund decided and why.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E8C999-9403-4537-81A3-739ED5CF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4095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451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FBCDA2-CEB7-4B39-889B-5ECBFAE1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TRADITIONAL CRM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E00FB4F-AF83-4C1D-8D0D-55C7D2A8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CONTACTS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6999D2-21FB-40B1-9D02-1064E20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96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09A679B-BDE6-434A-8EED-7644E53D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STAGES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34A72C8-2760-4907-A519-EA1772D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AC296B-881B-456A-BFDF-0AC4ED30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ACTIVITIES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877C348-E9CC-4ADC-B324-6FEE6384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34D277F-CFA3-441D-807B-2AAF1CE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REMINDERS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094B795-8CB5-4DB2-B6C2-2A95241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625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D65679E-7DE9-4A61-ADDA-B9FC0C7B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4095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490"/>
            </a:srgbClr>
          </a:solidFill>
          <a:ln xmlns:a="http://schemas.openxmlformats.org/drawingml/2006/main" w="9525">
            <a:solidFill>
              <a:srgbClr val="F4F1EA">
                <a:alpha val="21176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A3A7925-F0B8-4F52-8111-139D09F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 DECISION ARTIFACT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D7E1F7-D068-4A0F-A003-E5BE160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00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THESIS FIT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76820-00BA-477D-BE16-777AD10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190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seed infra mandate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BEA954F-4A9A-4A81-A0E7-BC42C9B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910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B21769-09BE-41E0-A4C9-D576D4CC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RISKS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FFE6686-B749-435E-909B-DC0B98A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38625"/>
            <a:ext cx="190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distribution concentration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E1D15F-E811-4ABA-9546-ECDC6E5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DFE7A1E-4B76-4EC0-8301-5FFA179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33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RATIONALE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02F5906-D2CC-43A8-88C1-316A692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190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advance pending proof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8F5F141-7A09-418B-B60E-06B06D77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616890E-3310-4394-947D-417142A8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PRECEDENT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1B3F372-ACF0-455C-9653-25D8C209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72025"/>
            <a:ext cx="190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similar to Q2 pass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BE907B3-B9F2-4641-A553-870CE89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7598DC-C13E-4B96-A477-A1FF0895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EVIDENCE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AB3E1AD-7B3B-4889-AB3D-1760EB5F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38725"/>
            <a:ext cx="190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3 sources attached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1F0181F-58E2-43DE-857A-6E970B90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578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74839A0-53E6-49F8-AC83-C725711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340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0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STATE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AD6D421-E157-4026-BE2D-31FE80B6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05425"/>
            <a:ext cx="190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01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monitor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8141724-6EC6-4649-85E8-C714AE15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245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50919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93FD3-51FC-427E-B5A0-E5B7E5A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1A855-7478-4FBD-B437-A4533BC1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E1FD-3AC5-4AF4-AF99-0C9D8983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6B320-E9E6-475C-B749-52F22B1A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D76E2-E3FB-40B9-A6BE-1ABB3C23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EF1AB-3CE7-4FE1-BA68-F88BBA54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4097F-15BF-438A-9757-1BD7B50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6A625-C24C-4D7A-9771-6B70FE53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3F346-6EC0-4650-9354-0E034DC8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4185E-21B9-47D0-BE68-A524562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578B2-36DD-4264-9F70-E46B0334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A949E-DADB-4593-8736-B0DE9D44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6FEEA-EE6C-4521-9319-975B3AF4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25210-1F88-48C3-87A6-9580A768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E848E-7423-455A-8342-2C68A7BF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C78F2-4500-4A65-8C65-4ABB7C4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6F5D5-5DB8-4FF8-9F43-9D47247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AC713-245D-4703-AF1D-56B7C456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55A4A-E58E-4412-8CB6-E83B42A8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D400B-E365-4F84-B731-48656012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6E5C2-956C-45AC-8505-F3000E6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7ED21-2CE5-4039-A2F7-1CCB804D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B4F92-81C8-4F7F-BF9B-F6839B0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348D8-351E-40DC-801A-B35532B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21BB8-4F17-4DFC-AAEA-14C4EA46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BA7C8-D092-41AC-B242-D65158BC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E818C-9666-48BD-8F9A-931E550B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57A59-7C9E-4E43-8B73-B5B1A817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1FBF4-0A66-40B8-8960-49F80132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E53BCE-D278-420E-8BC7-F3F419E0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32FD2-6003-459F-A8FE-428F0274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EE19C-7DE5-4E1B-B80F-1D47E0E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89B21-CE2E-41D6-83E1-28F7721E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B41C2-A848-4173-890A-F04B8500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CFEF4-B581-46F7-9EB8-C8830EC9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5308B7-D15A-4026-840F-E8B974B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57E22F-147E-480A-BF20-C44E5B8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C8AC94-C52F-4E7D-8A74-4591CD1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C9EE3B-CCA4-4965-935A-FA43DD4A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346AD2-7775-4FA0-B754-4AE8C88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C65E5D-EBC8-4115-A994-65C9EEE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5ABB82-1427-4F80-BB14-8C65DE72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62E62D-5BC4-46DA-A9A3-6AB2E77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2BCBE5-3830-4500-BB06-D3092711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608B62-02DA-456F-867A-1B613F6B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D0C63E-D090-408C-9A89-397254D3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60FE4A-6C7F-4293-AB55-139C89B1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F2AEA7-07A4-40F2-8E8F-C1039A2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89877A-C7CB-4246-A83E-44AA10A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BFB0F3-E0FE-406A-BFD2-03481E9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A3BF29-87FA-49F3-9583-9589D3AC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7A7EF9-1EAC-4456-8E96-7EAE0C4B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67343-F201-4E22-8D16-86AC32B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13469E-A053-438C-AC3F-768EB31F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CC978D-2E10-4AC5-B68A-8DC8EC1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FE785A-3678-4346-BDC2-494A4ED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3CE851-C486-4EED-A083-74B8A827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AC9DFD-B498-4818-8EA2-533DEA6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ABF11A-01F4-4D8D-A850-CAC8FF49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DE284-D699-43C6-A33D-8B60B95E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E55E6E-5991-479B-B7E7-087E2338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1204EC-06C6-4B84-A4C6-1085EC0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D9FFED-97A6-4199-A85F-AD32E13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BCA08E-89C6-40D2-8D44-AB54DCA8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575E62-924A-49DC-9516-A05BB5F1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ACACD7-5CC8-465C-9F29-7D67903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C68406-7C34-4219-B82F-0F1DC59C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E33D71-0234-4DF9-A4B2-E110FC42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870358-F352-4D20-BAF9-3B14FBC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0394F3-A4E3-41D4-9E08-78B4B244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C162B9-6A7F-428D-89CF-C8EFA2B5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381875-3398-4E65-BA55-438E09C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AE48E3-A73B-4289-9D9A-EA7CEFA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959333-4A3D-443F-9FF4-532D802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84F035-CD9B-42FD-979E-93785AC2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0144BF-67DA-48F0-8B67-08C766B7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6F65531-AAAB-4279-A7D0-83F0D71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2D35FF-8494-4767-A64E-21965D21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489AD6-F895-4643-9948-856D007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62CD47-470D-49E7-8F98-C18B43CF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4A03E2-6C73-41A2-A5C0-DDE40175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16A8F0-EB85-457D-8A66-1F4B5F61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F567E1-1DF1-468E-94BE-E105D4FC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865D6C-D3CF-49F0-91C4-824D48F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07B2605-976A-4F31-B929-29C951F4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275D9A-15D9-4207-8124-51262FC9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DF0219B-A031-425B-AC51-F601099C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F9C815-8A4B-4882-9360-8C54686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9B7A581-60C5-4A9B-9399-2CA5449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FFDB605-9507-4B5C-9F4F-3416097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C853279-E518-4154-B353-3937BE9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C59B2B-6560-43A4-98E8-3EAE3370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9697DF-6C5A-45DB-908A-0468E63B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E8B99A-0E82-4485-9B6C-A3EA9103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013B9F-98D3-477F-8058-74DD59DA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B6B316F-B139-4C9D-812D-6D689961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7F071F-0020-460B-9E85-C6AE94BC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FA35EA-1476-4013-89D6-5D346A05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35707E-C238-49AB-AE6F-464576D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FD93A2-BE93-47EE-85A4-026E4E8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1D6AB8-C6EE-4083-8A57-FF43CCC0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5EA3FCA-D433-4C9C-A55A-7B55357F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778865-524A-446A-8C73-AF3E74C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A10E80-CAC4-49BF-AA28-85D9B74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490B4DB-4028-4424-921C-6BDF31B1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0DDCBBC-67C9-4B39-9B05-DFFE79A1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B00966E-40F5-4114-B77F-D547165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1B2FFC2-8205-4374-9BAA-2DE7F19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07 / HABIT &amp; MOAT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FBBB4D-B416-4264-A6AB-10F4A56B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A14706-8A41-426C-9667-42C394CC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57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8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 moat begins</a:t>
            </a:r>
          </a:p>
          <a:p xmlns:a="http://schemas.openxmlformats.org/drawingml/2006/main">
            <a:pPr algn="l">
              <a:defRPr sz="48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8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as habit.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B918447-5B16-4E90-B79C-118777A1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If Aethria becomes the weekly decision surface, fund memory compounds.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9DF4EEC-9DB9-4887-AB01-52D1BDA1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819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FD90EF5-9478-4242-A4ED-6992C77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5735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WEEK 01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9C48322-ABD2-4507-9BA2-FE0D8366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24025"/>
            <a:ext cx="24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5D283E-EE30-4290-9685-DC78692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66850"/>
            <a:ext cx="819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F4EF36A-CC2D-4CAC-A08A-2D7F86C8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65735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WEEK 04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50F1741-D14D-4C8D-91D8-5ECDC78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24025"/>
            <a:ext cx="24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F144F47-BCCC-4C2D-892C-8A371956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819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0DBA0B5-5220-45C3-9DD6-71DC9517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5735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WEEK 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853A861-475E-4228-A8C3-2253232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24025"/>
            <a:ext cx="24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647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0B8E439-9DD5-4E75-A08A-C391651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66850"/>
            <a:ext cx="819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4118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518A8FD-5A50-40A1-870C-9B05ABA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65735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WEEK 24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5FFA542-6344-4D57-8A9C-095E184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1910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8824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18D7989-9DAB-46CC-81C8-7B4E77E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OPERATING MEMORY CREATED BY EACH RULING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B1FC0D9-55E4-4F4C-8593-8A0BC545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24235B6-20B7-4B2C-AE40-77B49166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RATIONALE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7B30EF-2A61-4C46-801D-13C66166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4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71725F4-27FA-4E37-943A-7949FAC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004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8F4A32"/>
                </a:solidFill>
                <a:latin typeface="JetBrains Mono"/>
                <a:ea typeface="JetBrains Mono"/>
                <a:cs typeface="JetBrains Mono"/>
              </a:rPr>
              <a:t>RISK ACKNOWLEDGEMENT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24C4B9-7B6E-4DA6-A77A-C3F654E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534B5E2-AD89-410D-8435-C5DAD52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DA60F8A-19E5-40DC-9617-3CE0CE25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SCORE SNAPSHOT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B990D7D-1A82-4343-AB4B-5CDDB4F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19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2BF62E4-A67A-4BAA-980F-7EF956B7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A614708-8B3D-42EB-907D-C707282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86175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POLICY STATE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7525B78-7F32-43C2-ABC7-0AF7361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43325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70B7B91-1091-4F8E-8009-32246758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94BAAEC-9820-488D-B6E3-FFEBFE6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PARTNER OVERRIDE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C7341BC-A953-4BA1-BFD8-0C95A161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0CCBC8-EC64-4B49-B847-60A00C8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CB9FCDD-3BEB-4BCF-BA56-AE459967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9580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563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PRECEDENT CHAIN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925EB42-2BF2-441A-8B89-020874F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0EF40D0-E016-4B64-8A1D-670D6BF4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485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SWITCHING COST ONLY MATTERS IF THE PRODUCT IS OPENED WEEKLY</a:t>
            </a:r>
          </a:p>
        </p:txBody>
      </p:sp>
    </p:spTree>
    <p:extLst>
      <p:ext uri="{BB962C8B-B14F-4D97-AF65-F5344CB8AC3E}">
        <p14:creationId xmlns:p14="http://schemas.microsoft.com/office/powerpoint/2010/main" val="599988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92774-2E22-4548-B929-FF550E8F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D6019-B93D-44B3-8503-4E3C7964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2D5BB-623F-43AA-BD61-EEA74E6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72CC3-E72B-40A7-825F-2BBF8409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37761-D8F6-4C44-BA43-5EBB6DBE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6FC50-F7F3-47BB-91F4-66586B7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C2821-0C01-44ED-9E62-FFF680E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2E8DD-DE4A-43ED-8120-F099DD0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E73F3-3F16-4385-A630-7B7CC34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14BCD-22EC-41ED-9CC7-A1ADAC7F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573EB-36E3-4ACB-B653-512CC09A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89006-968B-4970-8169-5EC7C0C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2E96B-12A6-45E5-8DC7-1FC9797A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0267B-6622-4B87-9B1A-F7A1C036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534A3-B385-4E74-BC1E-812ACED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AC8C5-CF9F-4649-BA36-B494255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539E5-C26F-40DD-A6D9-FEB5889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5E433-DE97-417A-8E80-28DCBB4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288E2-7EBA-46FF-B18A-9C4C1F9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E1B6F-A2D6-437A-9C5D-85961B26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502CA-507F-4541-BA00-86A8FB77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3DD1E-8350-4B4D-AF26-6BA8A0C8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41E40-881B-4E3B-8DC9-23EE82E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A8374-4BF9-4ACF-8C11-36BD016F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A95F5-1A0F-4EDA-83CD-7A110DAD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6D4E7-9B2A-42EE-92E6-91FB934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B64C8-3301-41BE-829A-BD514563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AF65B-78E2-4D9B-B9A6-21EBE51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AE9A2-BF1D-42B1-A378-836068F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43152-9F80-4EF7-B277-B887A4A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D6BB8-5B07-4CBE-9CB7-8034299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6D40D2-659E-450D-BC3C-D995446C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6E1F06-022A-4425-B103-1AD3493E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37DAF0-EDF3-4796-8BC4-9404C782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EE4641-8301-48ED-9E4A-0B0EDAF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B9DEBD-621E-4D7C-A068-AF2C86F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331E6-B4C8-4027-B652-113B36D9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9228F-E906-4854-B16B-93BF9236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05E89-A2BD-4B70-BADC-6C6E710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42A7B3-7DB5-4D42-8AA2-2351636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FACED0-28B8-4FCA-8033-E60BC973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DE90FF-6C45-40EE-8644-F5294814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A50E42-DA79-4F91-A33A-70A9A94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189C6E-80B9-4145-9E25-3E2CD741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CC73EA-60D4-4F74-AA25-9DBFFCCF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B85961-1CB2-42FE-B618-1140634F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B33C1F-A40C-42C3-8A16-0237801D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4C4A82-49B4-41FC-AF78-21EA6F76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CB228D-48F3-4EAF-941E-BF33AF9E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32FA43-CAAC-4E2D-8FC6-6202E90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C4D6FF-8A48-4C18-A573-FF7A05F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52C3DE-D86E-474E-A074-7B697080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E9E899-38C5-48B1-994F-1FED6C56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1404C0-1983-4A4B-9BA5-C6404BF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3BE9C4-FD71-49BC-AA51-ADA4CE7B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604BE5-104B-48E0-B54A-3669729B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A7F604-B986-4D50-975B-7F8527D1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D40B8B-A8DD-4C12-8A4D-B356F59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5039A2-D251-4485-937E-9682163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3F39DD-7C86-49B7-83EF-5486DFC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77826B-90A7-4A4F-ABA9-3C491594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42B507-B361-48A7-ABBF-3B64FB72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5062D9-DD5B-48FE-AE7B-694F12E6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24267B-971B-4227-9157-3C51AE6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EC40E3-9ED9-4A98-87DA-0E5D51AC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90281C-1AE8-4EE8-AC75-5EFC435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83681F-5522-4B77-81CB-3AB2824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3929FC-8672-4B78-9D95-5ADC86B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0EA658-2277-4B8A-B0A0-43EB052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737460-B038-40ED-87CC-8CEF69BB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8AA50A-5A25-4CF5-AACD-C78E52E5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F3B3DF-0DBC-4174-8613-C33B0552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9E4F6E-79A9-47FE-BF25-D363625F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9E406F-6714-4BFF-A2D5-5F44D51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FF3FE6-78F8-4A63-94D0-FD71F42B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10A63F-D558-403E-96CC-B3D06716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863326-56AE-4C95-9E58-3E982D6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18B0B5-5407-4D07-8E74-92DA019B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D83957-B57C-4D19-9BEE-0D6E6C3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994447-D68B-4211-940A-7B02A3D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7A372AD-5AFF-4DC7-A91F-BF6177C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E039011-079B-4C9E-BBAD-19FD57E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9F0162-0707-4AC1-A04E-144451DA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AAF915-458D-4800-BCF6-144750F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13BC57-9B11-45C1-B4E6-A5040488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39215E-7BD4-4806-930B-5BE4B4B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F6EC2C-1F92-4BBF-AF6F-6ECC9F6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942CB0-2E44-47C2-8468-1278750C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60D5F6-6407-426A-90E7-96D0725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0F645C5-C121-4464-AA6C-FAE87067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3361A16-9B4A-4FDC-94B2-4C5851D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9275E6-0771-4B53-A5E7-2672723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39D69C-AE10-4B52-A9F8-DC4643C5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4B6594-B28F-4F32-A0F7-27D9B54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05B5E5-A680-49F8-8039-1D023156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FBD059B-55A0-43A5-8E55-B5C3612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2292C9-C3F9-4D81-8647-40EEC656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BDE5D18-A5C2-46FC-82BC-9BA6C273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D2D298-05D8-4980-B5EA-553549F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BB24B7-4B96-43A9-9865-FD1F997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DAE763-9009-4B46-99B6-265865A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35E4789-6862-4B2E-B4A7-043404D7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D03EF7-A4AF-4605-9801-99AFD9D0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5291F0-FBE4-4222-8175-B511664E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02B23A-BF66-44CF-82DB-F25F3AB2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88307F-6376-4D41-BE6E-E0B9EF4B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BFAD6E8-0E9E-40EA-BA54-91D865D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EEEE851-A11F-4292-91B6-6A2D8D2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08 / PROOF PLAN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0F75716-0B0F-4A77-B5F3-0FE8611C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13F6C2-100F-464A-AC61-1FBF098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12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Built product.</a:t>
            </a:r>
          </a:p>
          <a:p xmlns:a="http://schemas.openxmlformats.org/drawingml/2006/main">
            <a:pPr algn="l">
              <a:defRPr sz="412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12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Now prove weekly usage.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02B77F3-277A-43CA-8FA8-F5B6EDEE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6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 next risk is behavioral, not technical.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3B51BD4-C566-40C3-83A3-CEF18BC1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922"/>
            </a:srgbClr>
          </a:solidFill>
          <a:ln xmlns:a="http://schemas.openxmlformats.org/drawingml/2006/main" w="9525">
            <a:solidFill>
              <a:srgbClr val="F4F1EA">
                <a:alpha val="14902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6C73636-0155-47FF-88F6-967E233C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BUILT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8DD287-34C3-4345-BBBF-79F8F7A2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3381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63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decision queue / mandate-gated review / structured scoring / adverse register / conviction state / IC export workflow / human ruling system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B2596E2-D124-40CB-BB20-50B5CA88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D567CD-2C60-47B5-8714-51C1BC9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859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200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F668FC5-FD6C-4E48-BD7A-A263C9ED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43050"/>
            <a:ext cx="2895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FUND TARGET MAP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0D1745-98B1-470F-9CC9-7F4C5E6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095500"/>
            <a:ext cx="354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D0872B8-06D5-46D3-82AB-A04F7AF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28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50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1D06C3-4EFA-4A79-8B7E-57FBE79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86000"/>
            <a:ext cx="2343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FIRST CONTACTS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84859D2-29F6-4AD4-A9D9-14437A6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0A92F4-A1A4-4AF5-9D64-94E1F04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26432B-47D5-459A-AB7F-7663D95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1790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CALLS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50AD8E4-4C57-4FC2-B34E-53416ACD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81400"/>
            <a:ext cx="2438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85A0E89-64DA-4BA1-8BB6-DF465509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147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FDA7FF6-FD9A-4DDF-A9ED-A3402FC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719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HISTORICAL PILOTS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35DC70-7155-439D-9409-0B8EDE0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042CD22-51C8-4E02-A7CD-A505078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2056F8-AD52-40A5-A63F-DD4DAB0E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14850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LIVE WEEKLY WORKFLOW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359ED5E-6ED9-4348-B168-E332906D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90600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NEXT 60 DAYS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BD47695-E1F3-40A0-9AE1-5F48788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Success: Aethria becomes the primary weekly review surface for at least one fund.</a:t>
            </a:r>
          </a:p>
        </p:txBody>
      </p:sp>
    </p:spTree>
    <p:extLst>
      <p:ext uri="{BB962C8B-B14F-4D97-AF65-F5344CB8AC3E}">
        <p14:creationId xmlns:p14="http://schemas.microsoft.com/office/powerpoint/2010/main" val="1798449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6C7AD-4AB6-4436-9835-482B59D4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0329F-D97B-4A42-A81C-8DF35FF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74D00-8DFA-4EC1-8C8F-2C191FB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E51E0-B16C-4795-9281-99379697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CC009-9E11-4CE4-A02B-52C3F3DA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52921-5343-4846-BF81-E77C3873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AB6F5-BB55-4B87-B35F-73D23097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96329-ECF6-4E89-8627-55153D0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F1F24-A480-40EC-9149-F31EA0D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7AFA5-1DF5-43AF-BA1D-2B7E6525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F9D98-757D-4574-8581-ACFE4D2C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3D66A-0F09-44E6-BF96-5EB45FA7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34948-472C-47E6-866D-065519D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3AC17-7668-4A5D-9D53-1DA4042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BEA53-2925-4F5C-A6BD-95B9AB24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83542-E681-4056-BE5F-532CF96D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05D47-0813-4F53-8040-8C83C557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35DEE-3388-4A47-8D0B-6746410F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6F2A1-244E-4F15-8603-B86522C1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DFE14-5C28-48DC-8FCA-30312C8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41E32-4CF4-4112-9D45-3B9FB4B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F6B46-973D-4AA8-933E-EBBECAB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D202A-EAF4-4A2E-B79E-DEB64E9A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7FCB4-C75E-4118-8FEB-97B4F57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12AFB-B55C-4E04-9375-C963203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EA762-D35D-49A2-BD54-6EC7AD6E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B6E0B-D58F-4AE8-A112-77A0E45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A90E7-FAF7-4F04-89F0-6B00188F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9641B9-7420-423A-89AD-D06C7223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C32621-7650-43FE-BCF6-9D80A14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AA0B2-EA9B-4AA5-B44F-FEBB2782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932B9-4A36-4288-8E10-281904E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08ACFB-C3FE-4A04-B7F3-ECAA7B52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9E300D-8893-4660-B5F9-5735600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0A436-2736-4AAA-A82C-D5033C5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BA323-5024-4AC7-BB71-AF78003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A35A40-4CC9-4C32-AF73-ED04C8C0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B38FDF-CB68-4F87-B1FB-5D56F1C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D8586F-0EBC-456C-8B77-2BAFAFF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A0D567-C35F-40C0-A9EA-A551900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2CE2DD-6B25-45C5-AAE4-5AA344EF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C4B9A1-94F8-4934-B9B5-12115C5F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E5EFAD-0DBF-4846-A08A-46A17E51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FAB367-C580-403C-B6F1-E3B41717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478235-DEB5-4866-9FF5-00AD57B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D8F202-4806-479F-BD1C-61B4DAEF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E78D94-BD6E-4632-9420-627444FF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03373C-4A96-4F92-9581-131CD9BB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5AC0CE-632A-46BF-ACD2-17A23B6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E784BA-E81D-4B27-9E76-E0D341D2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8E9C0E-F299-4A30-B9BE-FC2394A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3529C8-61F1-40E9-85A9-29241779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530B09-A111-4792-BF4D-12741DC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8ADD44-F631-436F-9EDD-D2E21794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168525-6B6F-4583-968E-C3B8C4C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BFF899-1018-41F6-A435-3C7BAD7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59CF25-7682-4A7F-AC0C-5EB9DA88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818BA6-43B1-4AF4-B688-82B2A9FA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87DE5A-F13E-4C70-9A65-4C28CF1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63DF68-3DAE-4B9A-8550-D5BC9EDB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9B357E-30BD-4A5E-9FC8-0904B3B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DC5074-696C-4700-9A59-4E6AEB2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20292C-460B-4002-86E2-3E43EC8B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F10A6D-8630-4727-8758-9527BAB5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A00EBC-63A9-46A6-BA87-BB06CF65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3CC8FD-5513-4319-BBD9-42C4B6EC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1298D8-D35D-4C16-A909-0092420F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88DE41-B07D-4326-94D0-A2BA688F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A4A71D-511B-4524-98D4-220092C4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E4A917-F072-4888-B4D0-C29C7EF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24597A-6882-40CE-A58B-C24A3F6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C3418F-E1C9-4264-AB15-47E0B8F6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F56AE0-BB36-432A-9018-3CE6488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79F44E-D031-44B6-A4DD-44D3A8FC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38112F-915C-4382-B9CB-4D721736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F2B3A5-68EB-41F3-8D0A-A59B3C57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E4EA85-6890-41D4-806F-9B578B3E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58CA0B-5145-4AE7-B68A-4199B2DE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29534A-6BB4-46A4-89CB-822DB48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4A0F28-CE37-4847-BA85-F51D11D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E9000B-C1E2-489C-A976-E1711CA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7832940-92D0-4AA1-A9D0-6ACB808E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1B463D-40BB-4647-B53E-7FDF4AA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38C15BD-655B-4DAA-AEAF-BB42C4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FFA08D-3E97-4CB4-A64D-CF81A4C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00C4B4-4531-4750-ABEA-11DAAD2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E115BC-339D-49D0-98A8-EE6E633C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B68188-60DF-45CC-BFB9-CE15290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B21542-2AF5-4F29-8429-7477A59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1CF7E3A-537E-4523-8923-7D801338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B753A3-2165-4120-93E7-F0843AE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EE6C19-8C5B-43DA-B808-B57A20E7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42248E-7BD5-47A6-94D4-565CCD80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F1C600A-F4EE-40FD-993D-4F1A83B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6F686E-F007-48EE-88C2-1FD1CC7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95CB55-0592-405A-A5FD-A2FDF2C2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8A5273-6B88-4C5F-94CF-F7F91FA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93D717-AA8B-48D8-84C1-B165FBB4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500A8B-66C2-4FEF-ACD8-C4A9E4C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0414D7-C29E-4992-BDB3-A84C75B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B3C4E9-3546-4736-9C98-814B1A13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E1E30A-BCAB-4A85-9D20-CD1BA063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46E184B-65AF-4B02-A3C9-2F9A7A83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F97C73-716D-4533-90CE-9CE5FA7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F73ED7-6CA3-47C4-A602-DA672BF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57EBF8-4322-4E6B-9909-900D4C15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9BE716-7608-485B-82FA-A152E926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1AF0A51-4998-4F89-80CE-E68129B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09 / FOUNDER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FE5E3D-DA82-4A6B-9591-46CADE21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3FB76BB-8D32-4E59-817A-12D98BEF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762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9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Built by a technical founder</a:t>
            </a:r>
          </a:p>
          <a:p xmlns:a="http://schemas.openxmlformats.org/drawingml/2006/main">
            <a:pPr algn="l">
              <a:defRPr sz="39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39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focused on decision systems.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798F25-028C-48B2-95BB-E6A0524D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The product exists. Now the workflow must be hardened with real funds.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A371F5B-F978-40B3-A927-E7FFACB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B251B69-644D-441D-9E4F-33916B7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BACKGROUND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05E850-4CD8-42EE-B6F0-E24CDC56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5F5D4BA-5144-4E02-9422-D54B419C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32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DCU engineering</a:t>
            </a:r>
          </a:p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EY technology consulting</a:t>
            </a:r>
          </a:p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Built Aethria end-to-end as a solo founder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C1BC7EC-9ACE-48FE-8F5B-4BFA343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00698D4-59F6-41A2-8123-A262E724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WHAT IS TRUE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6BF4DE-B2BE-4874-95F0-871162A5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7E14503-339C-437F-AAE6-EAAF1D55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232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Not a career VC</a:t>
            </a:r>
          </a:p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Not trying to replace investor judgment</a:t>
            </a:r>
          </a:p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Starts with postmortems because trust must be earned operationally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CD9BB6-A492-425A-B5CF-76BD2C0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4314"/>
            </a:srgbClr>
          </a:solidFill>
          <a:ln xmlns:a="http://schemas.openxmlformats.org/drawingml/2006/main" w="9525">
            <a:solidFill>
              <a:srgbClr val="F4F1EA">
                <a:alpha val="15686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FBFC73-9359-4C46-82D8-CA9FD47A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CURRENT JOB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3E3B11D-ACE5-48EE-B423-DE974793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264DC30-5AED-46CA-B7C4-99FADC68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232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EB8A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BEB8AA"/>
                </a:solidFill>
                <a:latin typeface="Geist"/>
                <a:ea typeface="Geist"/>
                <a:cs typeface="Geist"/>
              </a:rPr>
              <a:t>Convert product architecture into weekly behavior with solo and two-person seed funds</a:t>
            </a:r>
          </a:p>
        </p:txBody>
      </p:sp>
    </p:spTree>
    <p:extLst>
      <p:ext uri="{BB962C8B-B14F-4D97-AF65-F5344CB8AC3E}">
        <p14:creationId xmlns:p14="http://schemas.microsoft.com/office/powerpoint/2010/main" val="15455746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C6B62-3A38-4D0E-A0C0-1CCE568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63494-6E5F-4FCC-8A54-4E9AA438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6B1BB-91A0-42B8-96D3-F747108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ED95-3CA7-4EC8-805F-ADF14315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7B08B-2C1B-46C8-A570-89347F5A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086EB-0B90-4B64-B854-F16593DC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3B190-1164-44A6-A402-203A4E3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74809-0403-4B22-A31A-DBB893CE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73AE3-48F3-4BF7-8821-78B4CD3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E125D-822F-4987-9052-70BC14D0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27A2F-68B8-46B0-B5D5-EB25362C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E3A43-27B7-4182-8234-97C1D99D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FA7E5-D66A-4A02-8FA9-52D65C0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29DDC-31D9-41DA-A444-0C96FE8A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4DF8D-6390-40C5-9671-9B843CE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C8386-1D93-40AF-B1F8-10C21C2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52D04-5F11-4C96-9C69-A4357134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E1B5A-5986-4A58-8623-2C29C5E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B64A5-4CFC-4697-9CF0-5CE0238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3F764-10BB-4F41-BCC3-B590DA7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5CFB0-9703-4B23-9FB2-C0753122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10BB4-4BBE-4FD0-89BB-C3264C45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2CAD8-4935-4584-8393-3116179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B0FF0-923B-4BFE-87BF-FEFAF061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B9A00-05FB-4FC0-A7AB-475D0B49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0F146-4ADE-43FC-9281-F3D390C2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1A6F8C-DB02-4C36-A494-205DC74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20748-EE32-4F4C-87A6-9BAC525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5D47D-1ACB-4A28-AE3E-1814A60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BD6BD-2DE2-4DA9-93A0-9F76E236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F3A5-D68A-4D4C-ACE7-8CAD33C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B65D23-61B9-48BF-BA45-4EDE080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13B995-62AA-406A-8B7A-6603D5CC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90171-E93A-4F92-BB89-DE98EB4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90670F-F289-4B2E-B52B-88606C0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41570D-594C-4BAF-886C-441E75FC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BB5335-2E22-48AF-A6F4-5404E41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53D63-7C25-407D-80A0-6423F1BB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9FF92-2E45-47CE-8509-368B56BD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7FA62-F0B7-48EB-BAFA-CCD271D5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FF8F4-123E-4F0D-A855-2E4DA56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0B1559-E1BC-4D19-BC20-D37F004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786156-C2A4-4F58-AAEC-9C7EE7B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73546E-B909-4160-A8B9-AFB77B59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79CAB1-7EEE-4143-A514-10558CAA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9CC919-916D-4A0A-A415-1C672B84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E5EFA7-1A4F-4657-97A3-7B169C3E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A47FE5-9FFB-4307-9920-E597AC2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28D515-6DF5-425D-A9C1-29F854C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FDF8B8-B7CB-4035-BB9F-CEEE7BD5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B2C847-FB29-4608-AB1C-9C96C33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268F39-2F4C-4E1C-A7F1-90CF4EE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B8651F-418D-4053-AE1E-C08C51C7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697710-4DDF-47D7-A232-5ACC38FC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62F89B-1DD7-4F55-948F-E9A7639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4B7784-95D1-48F6-BC14-A84B3C98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FE7928-7944-409B-8057-2C2746A4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DABA90-3F59-4B7E-8E96-F0D9E1DF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37114B-5393-46AD-AD9D-83B0C9F2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4A4255-A66C-4318-8794-33849B1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4E4D83-5BF8-46E4-828D-F61BBD0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3178F1-3A53-435C-9941-AD2E4D12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5D9495-FA74-4BD6-8BBE-09264E1D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9A26AC-2E1B-4848-A901-D5CFC3E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A93295-8D8B-4023-AE7D-064549D5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A8D30D-1141-466D-A60D-50328D82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8B576F-6AEC-426B-8C40-0D99497D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C7BC51-18AD-412D-A374-A801237B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6BFA06-9391-4509-9368-6E026AB1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8CAD38-F896-4439-815F-36FBA154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11467F-4624-4896-83C0-26C7E073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DCF1AA-53D7-488F-9D51-1861D37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DBC906-A897-4B34-B47A-21DC2675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BC4501-8894-4D43-864D-D3C347CB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38DDDF-0675-4F38-A065-68AD294C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D82C53-B7AA-44C8-85C9-EC9A93B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28A9A0-D908-4254-968E-6ECD9E2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0CD306-A27A-4452-9CCA-099E8006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873EEA-BE3A-4558-A167-6D88B25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CD058F-E8D0-4310-A759-59AFE65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4A3AB7-457F-4C3D-ABC9-3F7584CC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87D993-B801-4A26-9594-AE541F3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63F7D7-4753-4CE7-8D46-8D6BEC8E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338214-6DAE-43F4-AA4F-0CE36B0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C2D8A9-2BA3-462A-93AF-8EF9B8D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3BC977C-992A-4610-8C52-5C09588D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E750E7-4E11-4A5D-9537-DA28428E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48C620E-4357-484D-8EA8-A2AA06D1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65D4209-CC28-4DB0-B4D7-F8FE1312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BF2143-33F9-44AC-94A6-52711F65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5D59F67-00DE-4127-947C-6A063A1F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005880-D6CD-4C62-8FA8-79D7AFF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FBA7A5A-D751-40C0-88EE-1DFF048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27B680-653A-4918-8D3C-3964558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1CDD23-9FC1-40D3-A37D-1E3A939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F2209EA-8537-4C13-959F-E8E81EED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B98562-3F7B-468D-B3AC-FE8CAB67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3A87475-24C6-4928-A150-A73A511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026FB85-5D10-4143-84E6-578ADF6D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DBED37-FB38-464B-9C1C-213D5EC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427D89-B64C-4441-98A8-3E26FDE2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8AB5F8-CA2B-49BE-9768-CC8359F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D40DBD-76DD-4018-99BD-EC47257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8CE73FC-3506-4434-9893-7E34BB50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801884-8EC6-494F-8FD2-28F3AAC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EA19482-64A0-43AC-8FA3-5F501BE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EF7E0CC-E8FA-4ABE-BBB4-009D8FD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DE7DCC9-FDD8-4248-93C6-73175C3B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10 / ASK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452BB9-3492-4C2B-8472-665A30C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C0D8056-BF29-435A-BD2E-9BDF0576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8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Applying to</a:t>
            </a:r>
          </a:p>
          <a:p xmlns:a="http://schemas.openxmlformats.org/drawingml/2006/main">
            <a:pPr algn="l">
              <a:defRPr sz="48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8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a16z Speedrun.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A80E8F1-DB37-46FA-9EBA-8592714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Use Speedrun to convert a built system into a repeatable weekly workflow for emerging managers.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3899D8E-12DF-4CB0-93D2-8A8248CC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562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60588E0-16CD-4715-A291-D305A958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954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FC2904F-EF7E-436F-8BB3-C49BF683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478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2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5 historical-postmortem pilots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D61492F-FD33-4F55-80D8-8797CAA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3562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1C4741-0124-4644-AD3E-A981F23A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432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ABEAC2-45C8-4C93-B861-6440714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275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1 active weekly fund workflow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EF5382E-D41B-440F-8D82-E757006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3562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5098"/>
            </a:srgbClr>
          </a:solidFill>
          <a:ln xmlns:a="http://schemas.openxmlformats.org/drawingml/2006/main" w="9525">
            <a:solidFill>
              <a:srgbClr val="F4F1EA">
                <a:alpha val="18039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13732D8-F83E-46F4-B440-EB7B9FC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90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575E38A-7813-4883-984B-359EE0F5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2333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163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10 paying emerging-manager customers or a validated ICP evolution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97B0382-D8FD-4D24-9E89-817FB7B7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LONG-TERM VISION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59D537D-8837-4F23-89C0-5A7AEB2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54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150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Aethria becomes the operating memory layer for early-stage investing.</a:t>
            </a:r>
          </a:p>
        </p:txBody>
      </p:sp>
    </p:spTree>
    <p:extLst>
      <p:ext uri="{BB962C8B-B14F-4D97-AF65-F5344CB8AC3E}">
        <p14:creationId xmlns:p14="http://schemas.microsoft.com/office/powerpoint/2010/main" val="3020012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817EB-4E4C-4002-B5FD-A7EA87F1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521D-EA33-40C1-9542-04741E7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9A20-F26F-4251-AE1E-4F55DFC0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C055C-2C76-454D-AB1D-D6FE3D7B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F2BB9-F872-42CB-B3D1-EE910BC1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33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4571A-DEE5-4503-B65D-745F8824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38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313DD-F47F-4E54-9D37-651023C8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743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54297-52F2-4982-9B68-C76A1E25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190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A3B3C-3200-4268-A6A5-2D410A0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7C801-2ECE-4F86-8DD6-F781E34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00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8B02F-1E02-474A-A278-B60BEF10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DD7C7-72A8-45CE-A6C9-CCB12A27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6410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19C57-DF77-4361-B598-56C87101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57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2D23B-CDEF-40A0-9A15-CA1268A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62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7EA4E-FFB2-407F-A183-BCD828B1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67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EF967-AC96-48A9-8CB1-3F07DAA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772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403D4-CB65-48BF-96D6-7AFAA007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76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F8DA4-ACD7-4C92-A8D0-758CABC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3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7B535-3FDA-49EC-B483-476041B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8D2CA-B10D-4F9E-BD3F-D577A2E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33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636AB-B82B-4CB8-A081-6B5F7DE3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8BE4D-2037-4241-B3AB-ED894E35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43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FE0DA-C2CA-42F2-80CF-6E77698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784D5-7EB3-48AC-95D2-B8CD670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95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BD5E0-B1CC-4B7A-964A-183E9A05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7B879-1789-4DE4-A898-42F5BF5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05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94ED4-8767-4733-8178-41DA30C5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B9BA0-E737-4101-B5F4-80C6CBE9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715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BB04D-9442-4433-B344-0B1D3A4F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62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2CF4EB-8617-4CFC-833A-88135C4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466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81C91-58B1-49B1-8F2B-BF7514E4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3D8EB-33BE-4291-81BE-4D7FC27E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76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D91EE-B505-4D24-8332-C7F0845C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381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53C604-2D47-4826-A652-B067BE52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28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313CF-3E56-4E2D-B019-34F018C6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33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EE831A-E0C7-4FFE-909F-A053AC7D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EF4E68-487A-4AB5-9529-682EFC7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FAD03B-0EF3-4E91-A12F-5B5E74ED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048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31551F-5B8B-4A66-8D36-8AE05324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5C00DF-8976-4953-A328-99E04470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00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E36B78-3514-4182-A19B-5A90603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EA667C-F791-421A-9294-215118E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410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FA548E-5FEB-4BF3-86D4-94A3C856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15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5E2DBB-A3D9-4026-B928-F537D1E8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61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3D5C10-DB86-42E2-9279-4CB25B2B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33928F-F105-4FF2-A67B-642C256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71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4279E7-847C-4039-8474-F782F94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76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95DA61-037F-4807-9B78-4FA2098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81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9CB285-C90B-47CA-8E14-143C43FE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86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A07DA1-CAAD-4FF4-9DA1-C73CD059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133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2A69CF-74B9-4DFB-B7D3-297286E7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E78174-A5A8-4349-8EC6-A6B05CB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43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2E8192-AE40-4D69-A992-B3816345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647A68-F1AB-4BB6-B92A-B1E4F6A0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53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2419B2-1336-4DDD-87C3-81186DF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00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1E7445-745A-4E9C-BDA2-A7A0E3BC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05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4481B0-1848-445D-A4D3-87D7EB1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9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6F41F4-E6BD-4ED9-9966-A80CCAEE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714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EB4EA7-ADBE-4CA9-9414-3E42459B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D2B048-31BF-4F47-8D76-2D48C5F4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FBB853-EDC5-4146-B40A-BBDEE25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71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E3750F-2356-4FF4-8D2D-45B0FDDB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76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988220-0311-4AA2-B819-C5860D62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784C53-5603-4AF8-A379-BA94172C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86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817651-55E7-4B0A-A275-27773EE8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A8AA13-EEC3-49F7-858F-0F89593C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38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1ABB66-F6EC-49A0-A19D-0153955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5D47BD-2F98-49F0-A58A-5679DD9A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481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EE43B5-081A-4C44-9375-4D1F4C58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EC3D13-829B-455C-8440-BB20AD4A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579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93592A4-3504-498D-A3CF-1874DE8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D58A70-8BC7-43E1-A1AD-0FD1BF0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098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FAA19E-C382-4B3D-B0B2-009C9856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485D64-8F54-4589-9853-22883F4B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33352A-EB00-42B1-9087-907C592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7B241A-82CF-4F95-963F-0348CDEE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715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0CA5DE-E2D3-4240-888D-B00272F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69CA12-BE59-4F27-B9DE-715A4578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813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4C59C4-F28E-4AA8-8349-90B4ABA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5E2E223-F6B6-4867-8E6B-755C0A7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912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7A4FB9-9CFF-4FAD-A39F-3725790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0E8200-A636-47EC-B158-EE8C63BE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7430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CD022C-B152-4D4F-A264-53F6DB8B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8586B1-5541-4815-83D8-EF79F19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6B0F8D-53CF-406F-98C6-3BFC8450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1F9183-4428-461D-A1B7-8341D435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47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017B6A9-CF07-4054-9D93-418F1D80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097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D3E046-C085-4E7B-912D-7A246FE2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7146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868F00-B4C8-4A88-8317-5259B00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1C0401-F829-463E-861F-42C3359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244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3678CD-0062-430D-9C9B-43B34C50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6294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38E684-A322-4454-81B4-4BC61F8A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0763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F75045-0A2C-4248-8BED-E7941A88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CB93C0-0B6A-4BDA-A73C-AB7E4710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861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029197-6413-4C15-BA69-D06F185A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82AE90-5EA7-4EE4-9D09-B10E092A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2960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B7048A-6D8D-47BE-A70E-6E825AF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429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13C390-0A50-417A-8E84-634315A5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5530E6B-5683-4DD6-92B8-337CC75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AE33F4-7386-4841-A976-1FA172D6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577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33BA14-6763-46C8-B900-12187F8F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626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3E8F5ED-0B99-4810-81B7-34ACE3A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095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31FB91-C0A4-4D03-956B-FD87B6F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AF6263-34C1-42BB-A1C7-D798BFFB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1942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246842E-E820-46BD-BA7B-6B45E70C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67FC9F2-3559-4A9C-893A-A941500E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29275"/>
            <a:ext cx="10478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352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6132E1B-719F-449D-AB69-7B34CF8F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F4F1EA"/>
                </a:solidFill>
                <a:latin typeface="JetBrains Mono"/>
                <a:ea typeface="JetBrains Mono"/>
                <a:cs typeface="JetBrains Mono"/>
              </a:rPr>
              <a:t>AETHRIA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C52F47-2A31-463E-B836-FA1B3BAF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BEB8AA"/>
                </a:solidFill>
                <a:latin typeface="JetBrains Mono"/>
                <a:ea typeface="JetBrains Mono"/>
                <a:cs typeface="JetBrains Mono"/>
              </a:rPr>
              <a:t>11 / CLOSE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B1AD2A-8B92-42B8-A596-F0BF3CE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954B56-34A3-4419-8BA4-44EE44E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F4F1EA"/>
                </a:solidFill>
                <a:latin typeface="Libre Baskerville"/>
                <a:ea typeface="Libre Baskerville"/>
                <a:cs typeface="Libre Baskerville"/>
              </a:defRPr>
            </a:pPr>
            <a:r>
              <a:rPr sz="5850" b="0">
                <a:solidFill>
                  <a:srgbClr val="F4F1EA"/>
                </a:solidFill>
                <a:latin typeface="Libre Baskerville"/>
                <a:ea typeface="Libre Baskerville"/>
                <a:cs typeface="Libre Baskerville"/>
              </a:rPr>
              <a:t>Aethria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FE77C67-52B7-467E-AF77-2524347D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Venture has systems for sourcing.</a:t>
            </a:r>
          </a:p>
          <a:p xmlns:a="http://schemas.openxmlformats.org/drawingml/2006/main">
            <a:pPr algn="l">
              <a:defRPr sz="4050" b="0">
                <a:solidFill>
                  <a:srgbClr val="F4F1EA"/>
                </a:solidFill>
                <a:latin typeface="Geist"/>
                <a:ea typeface="Geist"/>
                <a:cs typeface="Geist"/>
              </a:defRPr>
            </a:pPr>
            <a:r>
              <a:rPr sz="4050" b="0">
                <a:solidFill>
                  <a:srgbClr val="F4F1EA"/>
                </a:solidFill>
                <a:latin typeface="Geist"/>
                <a:ea typeface="Geist"/>
                <a:cs typeface="Geist"/>
              </a:rPr>
              <a:t>Aethria is building the system for decisions.</a:t>
            </a:r>
          </a:p>
        </p:txBody>
      </p:sp>
    </p:spTree>
    <p:extLst>
      <p:ext uri="{BB962C8B-B14F-4D97-AF65-F5344CB8AC3E}">
        <p14:creationId xmlns:p14="http://schemas.microsoft.com/office/powerpoint/2010/main" val="966346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2026-05-12T18:37:06.1600000Z</dcterms:created>
  <dcterms:modified xsi:type="dcterms:W3CDTF">2026-05-12T18:37:06.1600000Z</dcterms:modified>
</coreProperties>
</file>